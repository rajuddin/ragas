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847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4" y="2488893"/>
            <a:ext cx="7148813" cy="1234182"/>
          </a:xfrm>
        </p:spPr>
        <p:txBody>
          <a:bodyPr>
            <a:noAutofit/>
          </a:bodyPr>
          <a:lstStyle>
            <a:lvl1pPr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8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8" y="3844926"/>
            <a:ext cx="7148664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8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637C9-F5C8-870C-4B2D-46D06A803BB9}"/>
              </a:ext>
            </a:extLst>
          </p:cNvPr>
          <p:cNvGrpSpPr/>
          <p:nvPr/>
        </p:nvGrpSpPr>
        <p:grpSpPr>
          <a:xfrm>
            <a:off x="12267960" y="30429"/>
            <a:ext cx="1352791" cy="1926388"/>
            <a:chOff x="12267959" y="30428"/>
            <a:chExt cx="1352791" cy="192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60CCAD-DBB2-209E-8A5D-CA187560C34B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F28F8D-0976-4FB3-F98E-BD5506167FC2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7222AE-4095-E8A7-DD0E-B697F960E8E9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A8CF3D-0CD8-1CB6-DB1E-E55B1970DD64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422AF2-094F-9FE2-A35F-ED2CF0F19D5F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</p:spTree>
    <p:extLst>
      <p:ext uri="{BB962C8B-B14F-4D97-AF65-F5344CB8AC3E}">
        <p14:creationId xmlns:p14="http://schemas.microsoft.com/office/powerpoint/2010/main" val="339218134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DD14F9-7F75-BE41-8897-54744C42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68" y="2106805"/>
            <a:ext cx="7749176" cy="1234182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FFFFFF"/>
                </a:solidFill>
              </a:rPr>
              <a:t>RAGAS Evaluation</a:t>
            </a:r>
            <a:br>
              <a:rPr lang="en-IN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F8040-8F5A-AF5F-FE2B-CB7669A781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0" tIns="34290" rIns="68580" bIns="34290" rtlCol="0" anchor="t">
            <a:normAutofit/>
          </a:bodyPr>
          <a:lstStyle/>
          <a:p>
            <a:endParaRPr lang="en-US" sz="2775" dirty="0">
              <a:ea typeface="Tahoma"/>
              <a:cs typeface="Tahoma"/>
            </a:endParaRPr>
          </a:p>
          <a:p>
            <a:r>
              <a:rPr lang="en-US" sz="2775" dirty="0"/>
              <a:t>June-26</a:t>
            </a:r>
            <a:endParaRPr lang="en-US" sz="2775" dirty="0">
              <a:ea typeface="Tahoma"/>
              <a:cs typeface="Tahoma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68CD33C-A7E5-CA81-C807-F189BCE6C905}"/>
              </a:ext>
            </a:extLst>
          </p:cNvPr>
          <p:cNvSpPr txBox="1">
            <a:spLocks/>
          </p:cNvSpPr>
          <p:nvPr/>
        </p:nvSpPr>
        <p:spPr>
          <a:xfrm>
            <a:off x="9837738" y="5249864"/>
            <a:ext cx="7148664" cy="1404938"/>
          </a:xfrm>
          <a:prstGeom prst="rect">
            <a:avLst/>
          </a:prstGeom>
          <a:noFill/>
        </p:spPr>
        <p:txBody>
          <a:bodyPr vert="horz" lIns="0" tIns="34290" rIns="68580" bIns="34290" rtlCol="0" anchor="t">
            <a:normAutofit/>
          </a:bodyPr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3733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775" dirty="0">
              <a:ea typeface="Tahoma"/>
              <a:cs typeface="Tahoma"/>
            </a:endParaRPr>
          </a:p>
          <a:p>
            <a:r>
              <a:rPr lang="en-US" sz="2775" dirty="0" err="1"/>
              <a:t>AIWeavers</a:t>
            </a:r>
            <a:endParaRPr lang="en-US" sz="2775" dirty="0">
              <a:ea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212EE-6DAB-3AF3-3D9A-CB16086D3DBD}"/>
              </a:ext>
            </a:extLst>
          </p:cNvPr>
          <p:cNvSpPr txBox="1"/>
          <p:nvPr/>
        </p:nvSpPr>
        <p:spPr>
          <a:xfrm>
            <a:off x="447675" y="272389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rgbClr val="CFDDEA"/>
                </a:solidFill>
                <a:latin typeface="Calibri"/>
              </a:rPr>
              <a:t>A No-Code Way to Evaluate RAG System Quality</a:t>
            </a:r>
          </a:p>
        </p:txBody>
      </p:sp>
    </p:spTree>
    <p:extLst>
      <p:ext uri="{BB962C8B-B14F-4D97-AF65-F5344CB8AC3E}">
        <p14:creationId xmlns:p14="http://schemas.microsoft.com/office/powerpoint/2010/main" val="3760659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One tool, three different audiences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20440" cy="32918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Non-Coders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Calibri"/>
              </a:rPr>
              <a:t>Anyone — QA, product, leadership — can evaluate a RAG system's answers themselves, with zero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520440" cy="32918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Developers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Calibri"/>
              </a:rPr>
              <a:t>Self-check your own RAG system's output in the UI, without waiting on a tester first — removing one full dependency.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520440" cy="32918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Testers</a:t>
            </a:r>
          </a:p>
          <a:p>
            <a:pPr algn="ctr"/>
            <a:r>
              <a:rPr sz="1400">
                <a:solidFill>
                  <a:srgbClr val="555555"/>
                </a:solidFill>
                <a:latin typeface="Calibri"/>
              </a:rPr>
              <a:t>Still own the important part: creating the test data from the golden test cases that everything else runs against.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Does the API Extract from the RAG Pipeline?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Architecture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697480"/>
            <a:ext cx="1554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Query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Calibri"/>
              </a:rPr>
              <a:t>from Tester / User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19" y="3108960"/>
            <a:ext cx="502920" cy="54864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23160" y="1325880"/>
            <a:ext cx="33832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5555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RAG System Under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828800"/>
            <a:ext cx="29260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Vector DB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Calibri"/>
              </a:rPr>
              <a:t>retrieves Context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840480"/>
            <a:ext cx="292608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In-Built LLM</a:t>
            </a:r>
          </a:p>
          <a:p>
            <a:pPr algn="ctr"/>
            <a:r>
              <a:rPr sz="1200">
                <a:solidFill>
                  <a:srgbClr val="555555"/>
                </a:solidFill>
                <a:latin typeface="Calibri"/>
              </a:rPr>
              <a:t>generates the Answer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423160"/>
            <a:ext cx="502920" cy="50292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852160" y="4434840"/>
            <a:ext cx="502920" cy="50292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2651760"/>
            <a:ext cx="2331720" cy="237744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1E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RAG API Response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Calibri"/>
              </a:rPr>
              <a:t>fetches the Context
from the Vector DB
+ the Answer
from the LLM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69680" y="3566160"/>
            <a:ext cx="502920" cy="54864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64040" y="2651760"/>
            <a:ext cx="2377440" cy="237744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Our Evaluation Tool</a:t>
            </a:r>
          </a:p>
          <a:p>
            <a:pPr algn="ctr"/>
            <a:r>
              <a:rPr sz="1200">
                <a:solidFill>
                  <a:srgbClr val="CFDDEA"/>
                </a:solidFill>
                <a:latin typeface="Calibri"/>
              </a:rPr>
              <a:t>scores the Answer
using RAGAS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5486400"/>
            <a:ext cx="31089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Ground Truth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Calibri"/>
              </a:rPr>
              <a:t>golden test case, provided by Testers</a:t>
            </a:r>
          </a:p>
        </p:txBody>
      </p:sp>
      <p:sp>
        <p:nvSpPr>
          <p:cNvPr id="16" name="Up Arrow 15"/>
          <p:cNvSpPr/>
          <p:nvPr/>
        </p:nvSpPr>
        <p:spPr>
          <a:xfrm>
            <a:off x="10149840" y="5074920"/>
            <a:ext cx="457200" cy="411480"/>
          </a:xfrm>
          <a:prstGeom prst="up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1D6EC117-C29C-48AE-AAF8-EC980A89EAA2}"/>
              </a:ext>
            </a:extLst>
          </p:cNvPr>
          <p:cNvSpPr/>
          <p:nvPr/>
        </p:nvSpPr>
        <p:spPr>
          <a:xfrm>
            <a:off x="9768840" y="1124712"/>
            <a:ext cx="1554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Query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Calibri"/>
              </a:rPr>
              <a:t>from Tester / 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From dashboard to evaluation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Open the app — you land on a simple Dashboard, not a wall of settings.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Click the "RAG Evaluation using RAGAS" box to open the evaluation form.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No installation steps, no command line, no code — just point and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[ Dashboard screenshot ]</a:t>
            </a:r>
          </a:p>
        </p:txBody>
      </p:sp>
      <p:pic>
        <p:nvPicPr>
          <p:cNvPr id="9" name="Picture 8" descr="The image shows a user interface for the RAG Evaluation tool, with sections for configuration, query input, results display, and options for saving and clearing previous data.&#10;&#10;AI-generated content may be incorrect.">
            <a:extLst>
              <a:ext uri="{FF2B5EF4-FFF2-40B4-BE49-F238E27FC236}">
                <a16:creationId xmlns:a16="http://schemas.microsoft.com/office/drawing/2014/main" id="{F1508363-8A39-D32D-AD29-5A3D9C00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00400"/>
            <a:ext cx="9720072" cy="3312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Single Case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One question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20624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1E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With the RAG API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Provide only:
Query
Ground Truth
Answer + Contexts are fetched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2062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Without the RAG API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Provide all manually:
Query
Ground Truth
Generated Answer
Contexts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Batch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Many test cases, one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20624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1E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With the RAG API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Each row in the JSON file needs only:
query
ground_truth
Answer + Contexts are fetched per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2062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Without the RAG API</a:t>
            </a:r>
          </a:p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Each row in the JSON file needs all four:
query
ground_truth
generated_answer
contexts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86AB"/>
                </a:solidFill>
                <a:latin typeface="Calibri"/>
              </a:rPr>
              <a:t>The app shows the exact expected JSON schema on screen — no guesswork.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Reading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Every test case is fully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Single case: four metric scorecards appear instantly at the top of the page.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Batch: a summary of averages, a per-case results table, and an expandable detail view for every case — including the retrieved contexts.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Nothing is a black box: query, ground truth, generated answer, and contexts are all visible for every test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Making Scores Easy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Plain-English quality bands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1E7A34"/>
                </a:solidFill>
                <a:latin typeface="Calibri"/>
              </a:rPr>
              <a:t>Excellent</a:t>
            </a:r>
          </a:p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0.85+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6060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2E86AB"/>
                </a:solidFill>
                <a:latin typeface="Calibri"/>
              </a:rPr>
              <a:t>Good</a:t>
            </a:r>
          </a:p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0.70 – 0.84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6060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B55C00"/>
                </a:solidFill>
                <a:latin typeface="Calibri"/>
              </a:rPr>
              <a:t>Moderate</a:t>
            </a:r>
          </a:p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0.50 – 0.69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737360"/>
            <a:ext cx="26060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A41E1E"/>
                </a:solidFill>
                <a:latin typeface="Calibri"/>
              </a:rPr>
              <a:t>Poor</a:t>
            </a:r>
          </a:p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&lt; 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These thresholds aren't arbitrary — they're based on benchmarking data shared by Ashwani from the Pontoon project, reflecting real, validated quality bands.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Shareable Allure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Calibri"/>
              </a:rPr>
              <a:t>One click, fully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Every evaluation run is saved automatically — nothing extra to do.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Click "Generate &amp; Open Allure Report" in the sidebar, any time.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rPr dirty="0"/>
              <a:t>•  The report opens in a new tab of the same browser — ready to share with anyone.</a:t>
            </a:r>
          </a:p>
        </p:txBody>
      </p:sp>
      <p:pic>
        <p:nvPicPr>
          <p:cNvPr id="9" name="Picture 8" descr="The Allure Report dashboard displays a test run with 11 suites, 10 behaviors, and no categories or features, with no execution information.&#10;&#10;AI-generated content may be incorrect.">
            <a:extLst>
              <a:ext uri="{FF2B5EF4-FFF2-40B4-BE49-F238E27FC236}">
                <a16:creationId xmlns:a16="http://schemas.microsoft.com/office/drawing/2014/main" id="{5E36FFF7-A128-CA66-2F2A-A15484AC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2999232"/>
            <a:ext cx="9067800" cy="35789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Bringing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 Testers create the golden test data.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 Anyone — coder or not — can run a full RAGAS evaluation from there: single case or batch, with or without a live API.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 Every run produces a clear, shareable report — no engineer required to interpret it.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 Net result: one less dependency, one less bottleneck, a faster feedback loop for the whole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DEA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617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RAGAS Evaluation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Rajuddin .</cp:lastModifiedBy>
  <cp:revision>3</cp:revision>
  <dcterms:created xsi:type="dcterms:W3CDTF">2013-01-27T09:14:16Z</dcterms:created>
  <dcterms:modified xsi:type="dcterms:W3CDTF">2026-06-30T07:18:21Z</dcterms:modified>
  <cp:category/>
</cp:coreProperties>
</file>