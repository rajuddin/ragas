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3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9" r:id="rId4"/>
    <p:sldMasterId id="2147484105" r:id="rId5"/>
    <p:sldMasterId id="2147484310" r:id="rId6"/>
    <p:sldMasterId id="2147483660" r:id="rId7"/>
  </p:sldMasterIdLst>
  <p:notesMasterIdLst>
    <p:notesMasterId r:id="rId17"/>
  </p:notesMasterIdLst>
  <p:handoutMasterIdLst>
    <p:handoutMasterId r:id="rId18"/>
  </p:handoutMasterIdLst>
  <p:sldIdLst>
    <p:sldId id="5847" r:id="rId8"/>
    <p:sldId id="2147483571" r:id="rId9"/>
    <p:sldId id="2147483570" r:id="rId10"/>
    <p:sldId id="2147483572" r:id="rId11"/>
    <p:sldId id="2147483576" r:id="rId12"/>
    <p:sldId id="2147483573" r:id="rId13"/>
    <p:sldId id="2147483574" r:id="rId14"/>
    <p:sldId id="2147483577" r:id="rId15"/>
    <p:sldId id="2146846887" r:id="rId16"/>
  </p:sldIdLst>
  <p:sldSz cx="16256000" cy="9144000"/>
  <p:notesSz cx="6805613" cy="9944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92" userDrawn="1">
          <p15:clr>
            <a:srgbClr val="A4A3A4"/>
          </p15:clr>
        </p15:guide>
        <p15:guide id="2" pos="752" userDrawn="1">
          <p15:clr>
            <a:srgbClr val="A4A3A4"/>
          </p15:clr>
        </p15:guide>
        <p15:guide id="3" pos="43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dola B P" initials="BBP" lastIdx="15" clrIdx="0">
    <p:extLst>
      <p:ext uri="{19B8F6BF-5375-455C-9EA6-DF929625EA0E}">
        <p15:presenceInfo xmlns:p15="http://schemas.microsoft.com/office/powerpoint/2012/main" userId="S-1-5-21-3524073061-3302504406-552310636-12220" providerId="AD"/>
      </p:ext>
    </p:extLst>
  </p:cmAuthor>
  <p:cmAuthor id="2" name="Pallavi Bahuguna-CMO" initials="PB" lastIdx="6" clrIdx="1">
    <p:extLst>
      <p:ext uri="{19B8F6BF-5375-455C-9EA6-DF929625EA0E}">
        <p15:presenceInfo xmlns:p15="http://schemas.microsoft.com/office/powerpoint/2012/main" userId="S-1-5-21-3524073061-3302504406-552310636-5734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BBAB"/>
    <a:srgbClr val="A6C168"/>
    <a:srgbClr val="F68B28"/>
    <a:srgbClr val="15AA96"/>
    <a:srgbClr val="237DB9"/>
    <a:srgbClr val="082340"/>
    <a:srgbClr val="FFFFFF"/>
    <a:srgbClr val="F15B40"/>
    <a:srgbClr val="B19ACB"/>
    <a:srgbClr val="00A7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60" d="100"/>
          <a:sy n="60" d="100"/>
        </p:scale>
        <p:origin x="34" y="58"/>
      </p:cViewPr>
      <p:guideLst>
        <p:guide orient="horz" pos="3792"/>
        <p:guide pos="752"/>
        <p:guide pos="43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878" cy="498932"/>
          </a:xfrm>
          <a:prstGeom prst="rect">
            <a:avLst/>
          </a:prstGeom>
        </p:spPr>
        <p:txBody>
          <a:bodyPr vert="horz" lIns="60296" tIns="30148" rIns="60296" bIns="30148" rtlCol="0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742" y="0"/>
            <a:ext cx="2949542" cy="498932"/>
          </a:xfrm>
          <a:prstGeom prst="rect">
            <a:avLst/>
          </a:prstGeom>
        </p:spPr>
        <p:txBody>
          <a:bodyPr vert="horz" lIns="60296" tIns="30148" rIns="60296" bIns="30148" rtlCol="0"/>
          <a:lstStyle>
            <a:lvl1pPr algn="r">
              <a:defRPr sz="800"/>
            </a:lvl1pPr>
          </a:lstStyle>
          <a:p>
            <a:fld id="{0B643108-4CFC-4FAB-97CD-CE7634AE86F6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170"/>
            <a:ext cx="2948878" cy="498931"/>
          </a:xfrm>
          <a:prstGeom prst="rect">
            <a:avLst/>
          </a:prstGeom>
        </p:spPr>
        <p:txBody>
          <a:bodyPr vert="horz" lIns="60296" tIns="30148" rIns="60296" bIns="30148" rtlCol="0" anchor="b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742" y="9445170"/>
            <a:ext cx="2949542" cy="498931"/>
          </a:xfrm>
          <a:prstGeom prst="rect">
            <a:avLst/>
          </a:prstGeom>
        </p:spPr>
        <p:txBody>
          <a:bodyPr vert="horz" lIns="60296" tIns="30148" rIns="60296" bIns="30148" rtlCol="0" anchor="b"/>
          <a:lstStyle>
            <a:lvl1pPr algn="r">
              <a:defRPr sz="800"/>
            </a:lvl1pPr>
          </a:lstStyle>
          <a:p>
            <a:fld id="{F45247AA-1C7D-4300-9006-F0E7139767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439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878" cy="498932"/>
          </a:xfrm>
          <a:prstGeom prst="rect">
            <a:avLst/>
          </a:prstGeom>
        </p:spPr>
        <p:txBody>
          <a:bodyPr vert="horz" lIns="60296" tIns="30148" rIns="60296" bIns="30148" rtlCol="0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742" y="0"/>
            <a:ext cx="2949542" cy="498932"/>
          </a:xfrm>
          <a:prstGeom prst="rect">
            <a:avLst/>
          </a:prstGeom>
        </p:spPr>
        <p:txBody>
          <a:bodyPr vert="horz" lIns="60296" tIns="30148" rIns="60296" bIns="30148" rtlCol="0"/>
          <a:lstStyle>
            <a:lvl1pPr algn="r">
              <a:defRPr sz="800"/>
            </a:lvl1pPr>
          </a:lstStyle>
          <a:p>
            <a:fld id="{D53807A2-B2E0-AA4D-ACE0-B2097FFE725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3013"/>
            <a:ext cx="5967413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60296" tIns="30148" rIns="60296" bIns="3014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60296" tIns="30148" rIns="60296" bIns="3014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8878" cy="498931"/>
          </a:xfrm>
          <a:prstGeom prst="rect">
            <a:avLst/>
          </a:prstGeom>
        </p:spPr>
        <p:txBody>
          <a:bodyPr vert="horz" lIns="60296" tIns="30148" rIns="60296" bIns="30148" rtlCol="0" anchor="b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742" y="9445170"/>
            <a:ext cx="2949542" cy="498931"/>
          </a:xfrm>
          <a:prstGeom prst="rect">
            <a:avLst/>
          </a:prstGeom>
        </p:spPr>
        <p:txBody>
          <a:bodyPr vert="horz" lIns="60296" tIns="30148" rIns="60296" bIns="30148" rtlCol="0" anchor="b"/>
          <a:lstStyle>
            <a:lvl1pPr algn="r">
              <a:defRPr sz="800"/>
            </a:lvl1pPr>
          </a:lstStyle>
          <a:p>
            <a:fld id="{2D753CA0-28A1-1E4E-9EF7-EC20CB6FB8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73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Coforge_Tech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linkedin.com/company/coforge-tech/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hyperlink" Target="https://www.youtube.com/channel/UC-9Vk052THg8iIOJQQNUkqQ" TargetMode="External"/><Relationship Id="rId4" Type="http://schemas.openxmlformats.org/officeDocument/2006/relationships/hyperlink" Target="https://www.facebook.com/coforge.company" TargetMode="External"/><Relationship Id="rId9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www.facebook.com/coforge.company" TargetMode="External"/><Relationship Id="rId7" Type="http://schemas.openxmlformats.org/officeDocument/2006/relationships/hyperlink" Target="https://twitter.com/Coforge_Tech" TargetMode="External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hyperlink" Target="https://www.linkedin.com/company/coforge-tech/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hyperlink" Target="https://www.youtube.com/channel/UC-9Vk052THg8iIOJQQNUkqQ" TargetMode="Externa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www.facebook.com/coforge.company" TargetMode="External"/><Relationship Id="rId7" Type="http://schemas.openxmlformats.org/officeDocument/2006/relationships/hyperlink" Target="https://twitter.com/Coforge_Tech" TargetMode="External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2.svg"/><Relationship Id="rId5" Type="http://schemas.openxmlformats.org/officeDocument/2006/relationships/hyperlink" Target="https://www.linkedin.com/company/coforge-tech/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hyperlink" Target="https://www.youtube.com/channel/UC-9Vk052THg8iIOJQQNUkqQ" TargetMode="Externa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Coforge_Tech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www.linkedin.com/company/coforge-tech/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hyperlink" Target="https://www.youtube.com/channel/UC-9Vk052THg8iIOJQQNUkqQ" TargetMode="External"/><Relationship Id="rId4" Type="http://schemas.openxmlformats.org/officeDocument/2006/relationships/hyperlink" Target="https://www.facebook.com/coforge.company" TargetMode="External"/><Relationship Id="rId9" Type="http://schemas.openxmlformats.org/officeDocument/2006/relationships/image" Target="../media/image6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www.facebook.com/coforge.company" TargetMode="External"/><Relationship Id="rId7" Type="http://schemas.openxmlformats.org/officeDocument/2006/relationships/hyperlink" Target="https://twitter.com/Coforge_Tech" TargetMode="External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2.svg"/><Relationship Id="rId5" Type="http://schemas.openxmlformats.org/officeDocument/2006/relationships/hyperlink" Target="https://www.linkedin.com/company/coforge-tech/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hyperlink" Target="https://www.youtube.com/channel/UC-9Vk052THg8iIOJQQNUkqQ" TargetMode="Externa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Coforge_Tech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www.linkedin.com/company/coforge-tech/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hyperlink" Target="https://www.youtube.com/channel/UC-9Vk052THg8iIOJQQNUkqQ" TargetMode="External"/><Relationship Id="rId4" Type="http://schemas.openxmlformats.org/officeDocument/2006/relationships/hyperlink" Target="https://www.facebook.com/coforge.company" TargetMode="External"/><Relationship Id="rId9" Type="http://schemas.openxmlformats.org/officeDocument/2006/relationships/image" Target="../media/image6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www.facebook.com/coforge.company" TargetMode="External"/><Relationship Id="rId7" Type="http://schemas.openxmlformats.org/officeDocument/2006/relationships/hyperlink" Target="https://twitter.com/Coforge_Tech" TargetMode="External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0.png"/><Relationship Id="rId11" Type="http://schemas.openxmlformats.org/officeDocument/2006/relationships/image" Target="../media/image2.svg"/><Relationship Id="rId5" Type="http://schemas.openxmlformats.org/officeDocument/2006/relationships/hyperlink" Target="https://www.linkedin.com/company/coforge-tech/" TargetMode="External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hyperlink" Target="https://www.youtube.com/channel/UC-9Vk052THg8iIOJQQNUkqQ" TargetMode="Externa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hyperlink" Target="https://www.facebook.com/coforge.company" TargetMode="External"/><Relationship Id="rId7" Type="http://schemas.openxmlformats.org/officeDocument/2006/relationships/hyperlink" Target="https://twitter.com/Coforge_Tech" TargetMode="External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0.png"/><Relationship Id="rId11" Type="http://schemas.openxmlformats.org/officeDocument/2006/relationships/image" Target="../media/image2.svg"/><Relationship Id="rId5" Type="http://schemas.openxmlformats.org/officeDocument/2006/relationships/hyperlink" Target="https://www.linkedin.com/company/coforge-tech/" TargetMode="External"/><Relationship Id="rId10" Type="http://schemas.openxmlformats.org/officeDocument/2006/relationships/image" Target="../media/image32.png"/><Relationship Id="rId4" Type="http://schemas.openxmlformats.org/officeDocument/2006/relationships/image" Target="../media/image29.png"/><Relationship Id="rId9" Type="http://schemas.openxmlformats.org/officeDocument/2006/relationships/hyperlink" Target="https://www.youtube.com/channel/UC-9Vk052THg8iIOJQQNUkqQ" TargetMode="Externa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3.sv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3.sv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3.svg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3.svg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www.facebook.com/coforge.company" TargetMode="External"/><Relationship Id="rId7" Type="http://schemas.openxmlformats.org/officeDocument/2006/relationships/hyperlink" Target="https://twitter.com/Coforge_Tech" TargetMode="External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5.png"/><Relationship Id="rId11" Type="http://schemas.openxmlformats.org/officeDocument/2006/relationships/image" Target="../media/image2.svg"/><Relationship Id="rId5" Type="http://schemas.openxmlformats.org/officeDocument/2006/relationships/hyperlink" Target="https://www.linkedin.com/company/coforge-tech/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hyperlink" Target="https://www.youtube.com/channel/UC-9Vk052THg8iIOJQQNUkqQ" TargetMode="External"/></Relationships>
</file>

<file path=ppt/slideLayouts/_rels/slideLayout100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Coforge_Tech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4.xml"/><Relationship Id="rId6" Type="http://schemas.openxmlformats.org/officeDocument/2006/relationships/hyperlink" Target="https://www.linkedin.com/company/coforge-tech/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hyperlink" Target="https://www.youtube.com/channel/UC-9Vk052THg8iIOJQQNUkqQ" TargetMode="External"/><Relationship Id="rId4" Type="http://schemas.openxmlformats.org/officeDocument/2006/relationships/hyperlink" Target="https://www.facebook.com/coforge.company" TargetMode="External"/><Relationship Id="rId9" Type="http://schemas.openxmlformats.org/officeDocument/2006/relationships/image" Target="../media/image6.pn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D_Title_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5" y="3318524"/>
            <a:ext cx="9531751" cy="1645576"/>
          </a:xfrm>
        </p:spPr>
        <p:txBody>
          <a:bodyPr>
            <a:noAutofit/>
          </a:bodyPr>
          <a:lstStyle>
            <a:lvl1pPr>
              <a:defRPr sz="80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B80327-1D0A-105F-08E8-57458D90D13D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247822C-8FC4-A887-759C-17711D99E1E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8CE96-D121-617B-12F9-04187952CA9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436A88-1027-4425-440A-3E531CCB55B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E97DF-212C-386E-F3A1-D59BBEA884BA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2DBAA6-E14F-76F8-8577-BC169D1F1A8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9C64C1-59E5-EA69-3C7E-7AA365537F02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6C1AD8-29BE-203C-BE54-A8E56B93164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7EE3D-94D7-10EF-0607-AE5229E0A98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5126567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733" b="1">
                <a:solidFill>
                  <a:schemeClr val="bg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7637C9-F5C8-870C-4B2D-46D06A803BB9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60CCAD-DBB2-209E-8A5D-CA187560C34B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F28F8D-0976-4FB3-F98E-BD5506167FC2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7222AE-4095-E8A7-DD0E-B697F960E8E9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8A8CF3D-0CD8-1CB6-DB1E-E55B1970DD64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D422AF2-094F-9FE2-A35F-ED2CF0F19D5F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2022681254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ID_Title_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B80327-1D0A-105F-08E8-57458D90D13D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247822C-8FC4-A887-759C-17711D99E1E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8CE96-D121-617B-12F9-04187952CA9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436A88-1027-4425-440A-3E531CCB55B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E97DF-212C-386E-F3A1-D59BBEA884BA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2DBAA6-E14F-76F8-8577-BC169D1F1A8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9C64C1-59E5-EA69-3C7E-7AA365537F02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6C1AD8-29BE-203C-BE54-A8E56B93164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7EE3D-94D7-10EF-0607-AE5229E0A98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27637C9-F5C8-870C-4B2D-46D06A803BB9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60CCAD-DBB2-209E-8A5D-CA187560C34B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F28F8D-0976-4FB3-F98E-BD5506167FC2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7222AE-4095-E8A7-DD0E-B697F960E8E9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8A8CF3D-0CD8-1CB6-DB1E-E55B1970DD64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D422AF2-094F-9FE2-A35F-ED2CF0F19D5F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sp>
        <p:nvSpPr>
          <p:cNvPr id="7" name="Title 16">
            <a:extLst>
              <a:ext uri="{FF2B5EF4-FFF2-40B4-BE49-F238E27FC236}">
                <a16:creationId xmlns:a16="http://schemas.microsoft.com/office/drawing/2014/main" id="{0C491AFC-D6A7-4EDC-0DD5-A1F68D56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7216" y="2486286"/>
            <a:ext cx="8861552" cy="3975437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7200" b="1">
                <a:solidFill>
                  <a:schemeClr val="accent2"/>
                </a:solidFill>
                <a:latin typeface="+mj-lt"/>
                <a:cs typeface="Anek Devanagari ExtraBold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DC7C66B7-9A68-FB29-163A-8186ECB272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6123" y="5099200"/>
            <a:ext cx="4011168" cy="1635504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67">
                <a:solidFill>
                  <a:schemeClr val="bg1"/>
                </a:solidFill>
                <a:latin typeface="+mj-lt"/>
              </a:defRPr>
            </a:lvl1pPr>
            <a:lvl2pPr marL="609585" indent="0">
              <a:buFontTx/>
              <a:buNone/>
              <a:defRPr>
                <a:solidFill>
                  <a:schemeClr val="bg1"/>
                </a:solidFill>
              </a:defRPr>
            </a:lvl2pPr>
            <a:lvl3pPr marL="1219170" indent="0">
              <a:buFontTx/>
              <a:buNone/>
              <a:defRPr>
                <a:solidFill>
                  <a:schemeClr val="bg1"/>
                </a:solidFill>
              </a:defRPr>
            </a:lvl3pPr>
            <a:lvl4pPr marL="1828754" indent="0">
              <a:buFontTx/>
              <a:buNone/>
              <a:defRPr>
                <a:solidFill>
                  <a:schemeClr val="bg1"/>
                </a:solidFill>
              </a:defRPr>
            </a:lvl4pPr>
            <a:lvl5pPr marL="2438339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Picture Placeholder 24">
            <a:extLst>
              <a:ext uri="{FF2B5EF4-FFF2-40B4-BE49-F238E27FC236}">
                <a16:creationId xmlns:a16="http://schemas.microsoft.com/office/drawing/2014/main" id="{9525E651-9583-A21D-3FD2-5DB46585AF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6123" y="2743650"/>
            <a:ext cx="2052599" cy="20616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algn="ctr">
              <a:defRPr sz="1467"/>
            </a:lvl1pPr>
          </a:lstStyle>
          <a:p>
            <a:r>
              <a:rPr lang="en-GB"/>
              <a:t>Click icon to add picture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78411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ID_Blank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46ABD4-C87B-9710-966D-A4640C67C2FE}"/>
              </a:ext>
            </a:extLst>
          </p:cNvPr>
          <p:cNvGrpSpPr>
            <a:grpSpLocks noChangeAspect="1"/>
          </p:cNvGrpSpPr>
          <p:nvPr/>
        </p:nvGrpSpPr>
        <p:grpSpPr>
          <a:xfrm>
            <a:off x="14722171" y="8729922"/>
            <a:ext cx="1173235" cy="260628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E63E7C-F522-3F53-8FE4-F433F76A6DBB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0B9B69-F580-EEE8-DAB2-3E5D23F163DC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FF4550-F37A-7996-D5C4-317180BF3BD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298CBE-B7BE-6AC0-FCDB-37DB0424C7E2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86BB9D-D0A8-506B-2E8C-E0C8E79085CA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1F4359-8BD8-7273-732D-6DEC8BCA1EBC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64284C-11A0-44E8-1405-B0843F56C87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FF138B-EE4A-A955-EE03-34D30929C4F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F2389A-85A8-F687-984A-00486BE312B8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C208F70D-4246-14B0-9777-B5230BAF9DC3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 dirty="0">
                <a:solidFill>
                  <a:schemeClr val="bg1"/>
                </a:solidFill>
                <a:latin typeface="+mj-lt"/>
              </a:rPr>
              <a:t>© Coforge, 2026 | Confidential</a:t>
            </a:r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2B24BF94-1245-09DA-61F5-34340A45E42C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B358D94E-B9FE-98AE-5491-CC3439688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07011"/>
            <a:ext cx="15504000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166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ID_Blank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46ABD4-C87B-9710-966D-A4640C67C2FE}"/>
              </a:ext>
            </a:extLst>
          </p:cNvPr>
          <p:cNvGrpSpPr>
            <a:grpSpLocks noChangeAspect="1"/>
          </p:cNvGrpSpPr>
          <p:nvPr/>
        </p:nvGrpSpPr>
        <p:grpSpPr>
          <a:xfrm>
            <a:off x="14722171" y="8729922"/>
            <a:ext cx="1173235" cy="260628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E63E7C-F522-3F53-8FE4-F433F76A6DBB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0B9B69-F580-EEE8-DAB2-3E5D23F163DC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FF4550-F37A-7996-D5C4-317180BF3BD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298CBE-B7BE-6AC0-FCDB-37DB0424C7E2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86BB9D-D0A8-506B-2E8C-E0C8E79085CA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1F4359-8BD8-7273-732D-6DEC8BCA1EBC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64284C-11A0-44E8-1405-B0843F56C87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FF138B-EE4A-A955-EE03-34D30929C4F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F2389A-85A8-F687-984A-00486BE312B8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C208F70D-4246-14B0-9777-B5230BAF9DC3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2B24BF94-1245-09DA-61F5-34340A45E42C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AEDFAF9-E779-8824-F4AE-F140C13BB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405" y="1597620"/>
            <a:ext cx="15504000" cy="739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2414E9F7-D9F0-6C3F-B316-1D75127C0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07011"/>
            <a:ext cx="15504000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299074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ID_Blank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46ABD4-C87B-9710-966D-A4640C67C2FE}"/>
              </a:ext>
            </a:extLst>
          </p:cNvPr>
          <p:cNvGrpSpPr>
            <a:grpSpLocks noChangeAspect="1"/>
          </p:cNvGrpSpPr>
          <p:nvPr/>
        </p:nvGrpSpPr>
        <p:grpSpPr>
          <a:xfrm>
            <a:off x="14722171" y="8729922"/>
            <a:ext cx="1173235" cy="260628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E63E7C-F522-3F53-8FE4-F433F76A6DBB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0B9B69-F580-EEE8-DAB2-3E5D23F163DC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FF4550-F37A-7996-D5C4-317180BF3BD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298CBE-B7BE-6AC0-FCDB-37DB0424C7E2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86BB9D-D0A8-506B-2E8C-E0C8E79085CA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1F4359-8BD8-7273-732D-6DEC8BCA1EBC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64284C-11A0-44E8-1405-B0843F56C87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FF138B-EE4A-A955-EE03-34D30929C4F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F2389A-85A8-F687-984A-00486BE312B8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C208F70D-4246-14B0-9777-B5230BAF9DC3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2B24BF94-1245-09DA-61F5-34340A45E42C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47C5FA7-08AA-CF1D-BAD1-53FAF1AE0D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1405" y="1818893"/>
            <a:ext cx="15504000" cy="6554036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C7FEE75-9853-0F95-94FA-6F6423653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07011"/>
            <a:ext cx="15504000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096062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ID_Blank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46ABD4-C87B-9710-966D-A4640C67C2FE}"/>
              </a:ext>
            </a:extLst>
          </p:cNvPr>
          <p:cNvGrpSpPr>
            <a:grpSpLocks noChangeAspect="1"/>
          </p:cNvGrpSpPr>
          <p:nvPr/>
        </p:nvGrpSpPr>
        <p:grpSpPr>
          <a:xfrm>
            <a:off x="14722171" y="8729922"/>
            <a:ext cx="1173235" cy="260628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E63E7C-F522-3F53-8FE4-F433F76A6DBB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0B9B69-F580-EEE8-DAB2-3E5D23F163DC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FF4550-F37A-7996-D5C4-317180BF3BD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298CBE-B7BE-6AC0-FCDB-37DB0424C7E2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86BB9D-D0A8-506B-2E8C-E0C8E79085CA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1F4359-8BD8-7273-732D-6DEC8BCA1EBC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64284C-11A0-44E8-1405-B0843F56C87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FF138B-EE4A-A955-EE03-34D30929C4F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F2389A-85A8-F687-984A-00486BE312B8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C208F70D-4246-14B0-9777-B5230BAF9DC3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2B24BF94-1245-09DA-61F5-34340A45E42C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47C5FA7-08AA-CF1D-BAD1-53FAF1AE0D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1405" y="2485197"/>
            <a:ext cx="15504000" cy="588773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C7A133A-62C3-E3DE-778C-86D12AA552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1407" y="1597620"/>
            <a:ext cx="15503999" cy="739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937EF0F9-8471-44AC-DDC5-DEA05FC92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07011"/>
            <a:ext cx="15504000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59877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ID_Blank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0EC9FC-C41D-5312-9429-8A9BE7D00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46ABD4-C87B-9710-966D-A4640C67C2FE}"/>
              </a:ext>
            </a:extLst>
          </p:cNvPr>
          <p:cNvGrpSpPr>
            <a:grpSpLocks noChangeAspect="1"/>
          </p:cNvGrpSpPr>
          <p:nvPr/>
        </p:nvGrpSpPr>
        <p:grpSpPr>
          <a:xfrm>
            <a:off x="14722171" y="8729922"/>
            <a:ext cx="1173235" cy="260628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E63E7C-F522-3F53-8FE4-F433F76A6DBB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0B9B69-F580-EEE8-DAB2-3E5D23F163DC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FF4550-F37A-7996-D5C4-317180BF3BD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298CBE-B7BE-6AC0-FCDB-37DB0424C7E2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86BB9D-D0A8-506B-2E8C-E0C8E79085CA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1F4359-8BD8-7273-732D-6DEC8BCA1EBC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64284C-11A0-44E8-1405-B0843F56C87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FF138B-EE4A-A955-EE03-34D30929C4F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E4EF216-9D8E-34C4-39D5-2FC595FADBDE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8C1BB002-E493-06D2-F04F-42D7011CB00A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3A64AAEF-0B6B-81C1-7357-572BEE78D011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4CC40D4-47F6-73FC-A17C-F6F8827C3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1406" y="1815029"/>
            <a:ext cx="9445305" cy="655789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487C7AF7-2D0A-C718-A3C9-D5A9E875A1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6546" y="1818893"/>
            <a:ext cx="5668049" cy="6461508"/>
          </a:xfrm>
        </p:spPr>
        <p:txBody>
          <a:bodyPr>
            <a:norm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IN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0B9A29FF-B0A7-E740-1FFF-94056FB17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07011"/>
            <a:ext cx="15504000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265460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ID_Blank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0EC9FC-C41D-5312-9429-8A9BE7D00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46ABD4-C87B-9710-966D-A4640C67C2FE}"/>
              </a:ext>
            </a:extLst>
          </p:cNvPr>
          <p:cNvGrpSpPr>
            <a:grpSpLocks noChangeAspect="1"/>
          </p:cNvGrpSpPr>
          <p:nvPr/>
        </p:nvGrpSpPr>
        <p:grpSpPr>
          <a:xfrm>
            <a:off x="14722171" y="8729922"/>
            <a:ext cx="1173235" cy="260628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E63E7C-F522-3F53-8FE4-F433F76A6DBB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0B9B69-F580-EEE8-DAB2-3E5D23F163DC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FF4550-F37A-7996-D5C4-317180BF3BD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298CBE-B7BE-6AC0-FCDB-37DB0424C7E2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86BB9D-D0A8-506B-2E8C-E0C8E79085CA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1F4359-8BD8-7273-732D-6DEC8BCA1EBC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64284C-11A0-44E8-1405-B0843F56C87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FF138B-EE4A-A955-EE03-34D30929C4F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E4EF216-9D8E-34C4-39D5-2FC595FADBDE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8C1BB002-E493-06D2-F04F-42D7011CB00A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3A64AAEF-0B6B-81C1-7357-572BEE78D011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4CC40D4-47F6-73FC-A17C-F6F8827C3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9834" y="2490522"/>
            <a:ext cx="9476877" cy="588240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487C7AF7-2D0A-C718-A3C9-D5A9E875A1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6546" y="2494428"/>
            <a:ext cx="5699621" cy="5878499"/>
          </a:xfrm>
        </p:spPr>
        <p:txBody>
          <a:bodyPr>
            <a:norm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IN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B149907-F0F9-E0BD-23A9-7ABF1FFFE3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8567" y="1597620"/>
            <a:ext cx="15506839" cy="739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E4A32DF4-0F5C-50D9-B99E-DF3DDCDD0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07011"/>
            <a:ext cx="15504000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539219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ID_Blank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0EC9FC-C41D-5312-9429-8A9BE7D00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46ABD4-C87B-9710-966D-A4640C67C2FE}"/>
              </a:ext>
            </a:extLst>
          </p:cNvPr>
          <p:cNvGrpSpPr>
            <a:grpSpLocks noChangeAspect="1"/>
          </p:cNvGrpSpPr>
          <p:nvPr/>
        </p:nvGrpSpPr>
        <p:grpSpPr>
          <a:xfrm>
            <a:off x="14722171" y="8729922"/>
            <a:ext cx="1173235" cy="260628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E63E7C-F522-3F53-8FE4-F433F76A6DBB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0B9B69-F580-EEE8-DAB2-3E5D23F163DC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FF4550-F37A-7996-D5C4-317180BF3BD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298CBE-B7BE-6AC0-FCDB-37DB0424C7E2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86BB9D-D0A8-506B-2E8C-E0C8E79085CA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1F4359-8BD8-7273-732D-6DEC8BCA1EBC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64284C-11A0-44E8-1405-B0843F56C87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FF138B-EE4A-A955-EE03-34D30929C4F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E4EF216-9D8E-34C4-39D5-2FC595FADBDE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8C1BB002-E493-06D2-F04F-42D7011CB00A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3A64AAEF-0B6B-81C1-7357-572BEE78D011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4CC40D4-47F6-73FC-A17C-F6F8827C3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1406" y="1818893"/>
            <a:ext cx="9445305" cy="6554036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487C7AF7-2D0A-C718-A3C9-D5A9E875A1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6546" y="207011"/>
            <a:ext cx="5699621" cy="8165916"/>
          </a:xfrm>
        </p:spPr>
        <p:txBody>
          <a:bodyPr>
            <a:norm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IN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9EC25AC5-A16B-7335-2CEC-2E455CF2D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6" y="207011"/>
            <a:ext cx="9445305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680195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3_ID_Blank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0EC9FC-C41D-5312-9429-8A9BE7D00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46ABD4-C87B-9710-966D-A4640C67C2FE}"/>
              </a:ext>
            </a:extLst>
          </p:cNvPr>
          <p:cNvGrpSpPr>
            <a:grpSpLocks noChangeAspect="1"/>
          </p:cNvGrpSpPr>
          <p:nvPr/>
        </p:nvGrpSpPr>
        <p:grpSpPr>
          <a:xfrm>
            <a:off x="14722171" y="8729922"/>
            <a:ext cx="1173235" cy="260628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E63E7C-F522-3F53-8FE4-F433F76A6DBB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0B9B69-F580-EEE8-DAB2-3E5D23F163DC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FF4550-F37A-7996-D5C4-317180BF3BD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298CBE-B7BE-6AC0-FCDB-37DB0424C7E2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86BB9D-D0A8-506B-2E8C-E0C8E79085CA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1F4359-8BD8-7273-732D-6DEC8BCA1EBC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64284C-11A0-44E8-1405-B0843F56C87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FF138B-EE4A-A955-EE03-34D30929C4F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E4EF216-9D8E-34C4-39D5-2FC595FADBDE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8C1BB002-E493-06D2-F04F-42D7011CB00A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3A64AAEF-0B6B-81C1-7357-572BEE78D011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4CC40D4-47F6-73FC-A17C-F6F8827C3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1406" y="2538985"/>
            <a:ext cx="9445305" cy="583394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400">
                <a:solidFill>
                  <a:schemeClr val="bg1"/>
                </a:solidFill>
              </a:defRPr>
            </a:lvl4pPr>
            <a:lvl5pP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487C7AF7-2D0A-C718-A3C9-D5A9E875A1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6546" y="207012"/>
            <a:ext cx="5699621" cy="8177245"/>
          </a:xfrm>
        </p:spPr>
        <p:txBody>
          <a:bodyPr>
            <a:norm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IN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4DB92D8-4A0E-D57F-6E0F-68683C2EC1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1408" y="1597620"/>
            <a:ext cx="9445304" cy="739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25580B61-AC0F-EDE6-286D-3A2C8945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07011"/>
            <a:ext cx="9445304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8620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ID_Blank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46ABD4-C87B-9710-966D-A4640C67C2FE}"/>
              </a:ext>
            </a:extLst>
          </p:cNvPr>
          <p:cNvGrpSpPr>
            <a:grpSpLocks noChangeAspect="1"/>
          </p:cNvGrpSpPr>
          <p:nvPr/>
        </p:nvGrpSpPr>
        <p:grpSpPr>
          <a:xfrm>
            <a:off x="14722171" y="8729922"/>
            <a:ext cx="1173235" cy="260628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E63E7C-F522-3F53-8FE4-F433F76A6DBB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0B9B69-F580-EEE8-DAB2-3E5D23F163DC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FF4550-F37A-7996-D5C4-317180BF3BD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298CBE-B7BE-6AC0-FCDB-37DB0424C7E2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86BB9D-D0A8-506B-2E8C-E0C8E79085CA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1F4359-8BD8-7273-732D-6DEC8BCA1EBC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64284C-11A0-44E8-1405-B0843F56C87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FF138B-EE4A-A955-EE03-34D30929C4F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F2389A-85A8-F687-984A-00486BE312B8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C208F70D-4246-14B0-9777-B5230BAF9DC3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2B24BF94-1245-09DA-61F5-34340A45E42C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1925864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ID_Blank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46ABD4-C87B-9710-966D-A4640C67C2FE}"/>
              </a:ext>
            </a:extLst>
          </p:cNvPr>
          <p:cNvGrpSpPr>
            <a:grpSpLocks noChangeAspect="1"/>
          </p:cNvGrpSpPr>
          <p:nvPr/>
        </p:nvGrpSpPr>
        <p:grpSpPr>
          <a:xfrm>
            <a:off x="14722171" y="8729922"/>
            <a:ext cx="1173235" cy="260628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E63E7C-F522-3F53-8FE4-F433F76A6DBB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0B9B69-F580-EEE8-DAB2-3E5D23F163DC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FF4550-F37A-7996-D5C4-317180BF3BD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298CBE-B7BE-6AC0-FCDB-37DB0424C7E2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86BB9D-D0A8-506B-2E8C-E0C8E79085CA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1F4359-8BD8-7273-732D-6DEC8BCA1EBC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64284C-11A0-44E8-1405-B0843F56C87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FF138B-EE4A-A955-EE03-34D30929C4F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F2389A-85A8-F687-984A-00486BE312B8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C208F70D-4246-14B0-9777-B5230BAF9DC3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2B24BF94-1245-09DA-61F5-34340A45E42C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D5429C-5DFC-90FF-FF01-5F076C1A1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6" y="2825055"/>
            <a:ext cx="13806196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FC4AB75C-15A1-208E-D9F4-7125A6FE6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2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</p:spTree>
    <p:extLst>
      <p:ext uri="{BB962C8B-B14F-4D97-AF65-F5344CB8AC3E}">
        <p14:creationId xmlns:p14="http://schemas.microsoft.com/office/powerpoint/2010/main" val="4089320763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8_Custom Layout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/>
        </p:nvGrpSpPr>
        <p:grpSpPr>
          <a:xfrm>
            <a:off x="14850000" y="8740802"/>
            <a:ext cx="1054800" cy="23431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CDE1D98-C864-CE6F-4950-8583F4E6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5" y="3726131"/>
            <a:ext cx="6202763" cy="1260685"/>
          </a:xfrm>
        </p:spPr>
        <p:txBody>
          <a:bodyPr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Agenda</a:t>
            </a:r>
            <a:endParaRPr lang="en-IN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BB8A167E-4123-52E3-3592-C22228943C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19" y="807015"/>
            <a:ext cx="8960387" cy="7313661"/>
          </a:xfrm>
          <a:noFill/>
        </p:spPr>
        <p:txBody>
          <a:bodyPr anchor="ctr">
            <a:normAutofit/>
          </a:bodyPr>
          <a:lstStyle>
            <a:lvl1pPr marL="603236" indent="-603236">
              <a:buFont typeface="+mj-lt"/>
              <a:buAutoNum type="arabicPeriod"/>
              <a:tabLst/>
              <a:defRPr sz="2667" b="0">
                <a:solidFill>
                  <a:schemeClr val="bg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A2EA20F-9BB0-FD4C-D847-A30B03C51662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E425F49E-51E8-228B-AD64-95ECF7210991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89F09A57-A548-9F53-8372-488FB7E33387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6564823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D_Let's engag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B80327-1D0A-105F-08E8-57458D90D13D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247822C-8FC4-A887-759C-17711D99E1E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8CE96-D121-617B-12F9-04187952CA9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436A88-1027-4425-440A-3E531CCB55B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E97DF-212C-386E-F3A1-D59BBEA884BA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2DBAA6-E14F-76F8-8577-BC169D1F1A8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9C64C1-59E5-EA69-3C7E-7AA365537F02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6C1AD8-29BE-203C-BE54-A8E56B93164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7EE3D-94D7-10EF-0607-AE5229E0A98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B25207A7-1C36-C36D-1A78-917003C2C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5" y="3318524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Let’s engage</a:t>
            </a:r>
            <a:endParaRPr lang="en-IN"/>
          </a:p>
        </p:txBody>
      </p:sp>
      <p:pic>
        <p:nvPicPr>
          <p:cNvPr id="6" name="Picture 5" descr="Icon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BE38301A-7090-B735-C0A6-04074F74957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05" y="7401497"/>
            <a:ext cx="564524" cy="564524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F1FA7471-9CD5-990B-B266-F18CDD8D619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13" y="7401497"/>
            <a:ext cx="564524" cy="564524"/>
          </a:xfrm>
          <a:prstGeom prst="rect">
            <a:avLst/>
          </a:prstGeom>
        </p:spPr>
      </p:pic>
      <p:pic>
        <p:nvPicPr>
          <p:cNvPr id="9" name="Picture 8">
            <a:hlinkClick r:id="rId8"/>
            <a:extLst>
              <a:ext uri="{FF2B5EF4-FFF2-40B4-BE49-F238E27FC236}">
                <a16:creationId xmlns:a16="http://schemas.microsoft.com/office/drawing/2014/main" id="{06AF63D3-F3A6-ABEB-0C03-37036CF17F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6433" y="7401497"/>
            <a:ext cx="564524" cy="564524"/>
          </a:xfrm>
          <a:prstGeom prst="rect">
            <a:avLst/>
          </a:prstGeom>
        </p:spPr>
      </p:pic>
      <p:pic>
        <p:nvPicPr>
          <p:cNvPr id="21" name="Picture 20" descr="Logo, icon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83422065-0327-FC35-414A-2BD11DEAA7F4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151" y="7401497"/>
            <a:ext cx="564524" cy="564524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3D113B73-B7E9-3E29-134A-D0A39ED7A334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C338D09-0D31-5464-6E5C-CD5F588221E1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A5C3640-CA24-9DAA-0956-9F3AF645D9CB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ECE59C5-446B-E7BC-19F9-64D5E8892F90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61A59A0-BCA8-AF7E-C65B-D84B5DCA6C8D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8CFB13D-B093-B60A-91A2-F4D5D879373D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68E814F-815F-3A56-F3F7-9938AE1F5E16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AEE935F2-0B58-AB27-10B9-7CC8BB94D7A1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CC761C92-AF5C-4BF6-75B4-EE002ED999BA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62EF656B-A6A8-AEC7-EC67-4F5D615760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5126567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1548849970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et's eng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5" y="3318524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Let’s engage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B80327-1D0A-105F-08E8-57458D90D13D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247822C-8FC4-A887-759C-17711D99E1E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8CE96-D121-617B-12F9-04187952CA9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436A88-1027-4425-440A-3E531CCB55B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E97DF-212C-386E-F3A1-D59BBEA884BA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2DBAA6-E14F-76F8-8577-BC169D1F1A8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9C64C1-59E5-EA69-3C7E-7AA365537F02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6C1AD8-29BE-203C-BE54-A8E56B93164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7EE3D-94D7-10EF-0607-AE5229E0A98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97574" y="5126567"/>
            <a:ext cx="7525580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Presenter name</a:t>
            </a:r>
          </a:p>
        </p:txBody>
      </p:sp>
      <p:pic>
        <p:nvPicPr>
          <p:cNvPr id="3" name="Picture 2" descr="Icon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9936B5B3-40BF-0C16-70E6-087203FB530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05" y="7401497"/>
            <a:ext cx="564524" cy="564524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hlinkClick r:id="rId5"/>
            <a:extLst>
              <a:ext uri="{FF2B5EF4-FFF2-40B4-BE49-F238E27FC236}">
                <a16:creationId xmlns:a16="http://schemas.microsoft.com/office/drawing/2014/main" id="{ABFF64A9-FB23-A4A7-2000-64FB9B71E38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13" y="7401497"/>
            <a:ext cx="564524" cy="564524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4783935F-109B-7213-19BA-9CC4204F3D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6433" y="7401497"/>
            <a:ext cx="564524" cy="564524"/>
          </a:xfrm>
          <a:prstGeom prst="rect">
            <a:avLst/>
          </a:prstGeom>
        </p:spPr>
      </p:pic>
      <p:pic>
        <p:nvPicPr>
          <p:cNvPr id="22" name="Picture 21" descr="Logo, icon&#10;&#10;Description automatically generated">
            <a:hlinkClick r:id="rId9"/>
            <a:extLst>
              <a:ext uri="{FF2B5EF4-FFF2-40B4-BE49-F238E27FC236}">
                <a16:creationId xmlns:a16="http://schemas.microsoft.com/office/drawing/2014/main" id="{7F0FE466-7DF0-C851-893A-9F92FFA4DFE7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151" y="7401497"/>
            <a:ext cx="564524" cy="564524"/>
          </a:xfrm>
          <a:prstGeom prst="rect">
            <a:avLst/>
          </a:prstGeom>
        </p:spPr>
      </p:pic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58D222FC-8D38-3E01-441D-FA9D8D2BEF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1584" y="5126567"/>
            <a:ext cx="1680000" cy="1680000"/>
          </a:xfrm>
          <a:prstGeom prst="ellipse">
            <a:avLst/>
          </a:prstGeom>
          <a:solidFill>
            <a:srgbClr val="EBEBEB"/>
          </a:solidFill>
          <a:ln w="1905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67"/>
            </a:lvl1pPr>
          </a:lstStyle>
          <a:p>
            <a:r>
              <a:rPr lang="en-IN"/>
              <a:t>Presenter picture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9D8586-37BC-DC2A-8EEF-270C13A63BA6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510D4A95-8334-4A05-C62B-AE27A9064BD3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CA465294-2539-2A14-6443-9FE7357479BC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6569275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_ID_Blank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picture containing outdoor, grass, aerial photography, bird's-eye view&#10;&#10;Description automatically generated">
            <a:extLst>
              <a:ext uri="{FF2B5EF4-FFF2-40B4-BE49-F238E27FC236}">
                <a16:creationId xmlns:a16="http://schemas.microsoft.com/office/drawing/2014/main" id="{18D61478-93EB-A441-0F59-1FD08A909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46ABD4-C87B-9710-966D-A4640C67C2FE}"/>
              </a:ext>
            </a:extLst>
          </p:cNvPr>
          <p:cNvGrpSpPr>
            <a:grpSpLocks noChangeAspect="1"/>
          </p:cNvGrpSpPr>
          <p:nvPr/>
        </p:nvGrpSpPr>
        <p:grpSpPr>
          <a:xfrm>
            <a:off x="14722171" y="8729922"/>
            <a:ext cx="1173235" cy="260628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E63E7C-F522-3F53-8FE4-F433F76A6DBB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0B9B69-F580-EEE8-DAB2-3E5D23F163DC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FF4550-F37A-7996-D5C4-317180BF3BD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298CBE-B7BE-6AC0-FCDB-37DB0424C7E2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86BB9D-D0A8-506B-2E8C-E0C8E79085CA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1F4359-8BD8-7273-732D-6DEC8BCA1EBC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64284C-11A0-44E8-1405-B0843F56C87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FF138B-EE4A-A955-EE03-34D30929C4F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0F1D220-C1A0-825E-88F2-F89608129F50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3F8A5C78-C4C0-20A4-1C50-8837B48D4034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9E50858D-2B2E-0E1E-F16B-91B12CBA6BB7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6D7AB9D-96EF-BBCF-52F5-78E3C0E47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79" y="207011"/>
            <a:ext cx="15580727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579386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light, blue, darkness, art&#10;&#10;Description automatically generated">
            <a:extLst>
              <a:ext uri="{FF2B5EF4-FFF2-40B4-BE49-F238E27FC236}">
                <a16:creationId xmlns:a16="http://schemas.microsoft.com/office/drawing/2014/main" id="{74A29AD5-A684-5E96-FF51-58114561F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/>
        </p:nvGrpSpPr>
        <p:grpSpPr>
          <a:xfrm>
            <a:off x="14850000" y="8740802"/>
            <a:ext cx="1054800" cy="23431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</p:grp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BB8A167E-4123-52E3-3592-C22228943C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1405" y="807015"/>
            <a:ext cx="7850387" cy="7313661"/>
          </a:xfrm>
          <a:noFill/>
        </p:spPr>
        <p:txBody>
          <a:bodyPr anchor="ctr">
            <a:normAutofit/>
          </a:bodyPr>
          <a:lstStyle>
            <a:lvl1pPr marL="457189" indent="-457189">
              <a:buFont typeface="Arial" panose="020B0604020202020204" pitchFamily="34" charset="0"/>
              <a:buChar char="•"/>
              <a:tabLst/>
              <a:defRPr sz="2667" b="0">
                <a:solidFill>
                  <a:schemeClr val="bg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A2EA20F-9BB0-FD4C-D847-A30B03C51662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E425F49E-51E8-228B-AD64-95ECF7210991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89F09A57-A548-9F53-8372-488FB7E33387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9239372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ID_Blank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CAF47EFA-5F9F-2096-FABB-0519CD9D0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46ABD4-C87B-9710-966D-A4640C67C2FE}"/>
              </a:ext>
            </a:extLst>
          </p:cNvPr>
          <p:cNvGrpSpPr>
            <a:grpSpLocks noChangeAspect="1"/>
          </p:cNvGrpSpPr>
          <p:nvPr/>
        </p:nvGrpSpPr>
        <p:grpSpPr>
          <a:xfrm>
            <a:off x="14722171" y="8729922"/>
            <a:ext cx="1173235" cy="260628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E63E7C-F522-3F53-8FE4-F433F76A6DBB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0B9B69-F580-EEE8-DAB2-3E5D23F163DC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FF4550-F37A-7996-D5C4-317180BF3BD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298CBE-B7BE-6AC0-FCDB-37DB0424C7E2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86BB9D-D0A8-506B-2E8C-E0C8E79085CA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1F4359-8BD8-7273-732D-6DEC8BCA1EBC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64284C-11A0-44E8-1405-B0843F56C87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FF138B-EE4A-A955-EE03-34D30929C4F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DEC4B8F-8342-0282-65D3-5EB07851338D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C88DF00A-013D-44CF-644C-9B4D6210B6BB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658C0A10-8781-220E-CF10-C4C4E44A764B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1C4FD2C-3F8A-4CE4-E087-1EB93C91C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79" y="207011"/>
            <a:ext cx="15580727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002225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ID_Blank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377C5014-F1C4-F929-9D0D-5275893D2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46ABD4-C87B-9710-966D-A4640C67C2FE}"/>
              </a:ext>
            </a:extLst>
          </p:cNvPr>
          <p:cNvGrpSpPr>
            <a:grpSpLocks noChangeAspect="1"/>
          </p:cNvGrpSpPr>
          <p:nvPr/>
        </p:nvGrpSpPr>
        <p:grpSpPr>
          <a:xfrm>
            <a:off x="14722171" y="8729922"/>
            <a:ext cx="1173235" cy="260628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E63E7C-F522-3F53-8FE4-F433F76A6DBB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0B9B69-F580-EEE8-DAB2-3E5D23F163DC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FF4550-F37A-7996-D5C4-317180BF3BD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298CBE-B7BE-6AC0-FCDB-37DB0424C7E2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86BB9D-D0A8-506B-2E8C-E0C8E79085CA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1F4359-8BD8-7273-732D-6DEC8BCA1EBC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64284C-11A0-44E8-1405-B0843F56C87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FF138B-EE4A-A955-EE03-34D30929C4F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DBDC5BB-0986-116D-D716-E9DC8441B682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4B2F4249-05DA-9B3A-61B2-2C494CEC7797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194A34A4-84AF-8BB0-7DC8-27B27EAF8C2F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1428DE2-D4AC-7EFC-8FD1-3EFC1FD22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79" y="207011"/>
            <a:ext cx="15580727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469334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5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D428EC-43F3-660B-3502-C39C61ADAA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0" y="29363"/>
            <a:ext cx="16248611" cy="9144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/>
        </p:nvGrpSpPr>
        <p:grpSpPr>
          <a:xfrm>
            <a:off x="14850000" y="8740802"/>
            <a:ext cx="1054800" cy="23431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F71FF5E-4014-CD6C-B424-B86E39D746C6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68E42F8D-A5D1-B9C7-4C2E-E3282916BB60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2F64D1AD-1778-B60B-D41C-5ADAABCE66B4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E200D7C-1B95-4D1D-AB6F-66B5C7537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79" y="207011"/>
            <a:ext cx="15580727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899173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7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omputer, computer, office building, wall&#10;&#10;Description automatically generated">
            <a:extLst>
              <a:ext uri="{FF2B5EF4-FFF2-40B4-BE49-F238E27FC236}">
                <a16:creationId xmlns:a16="http://schemas.microsoft.com/office/drawing/2014/main" id="{6589372B-7AA9-6598-1CFC-21473DDFA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/>
        </p:nvGrpSpPr>
        <p:grpSpPr>
          <a:xfrm>
            <a:off x="14850000" y="8740802"/>
            <a:ext cx="1054800" cy="23431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66F135-CF79-0A5D-5DFF-1075386D4D96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34E30860-C27B-00C0-6020-7E526F26B436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B9CC77E-F8F0-997F-8B8B-F16AEF67C029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298E6C-985C-5998-7AEF-8C434AD4E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79" y="207011"/>
            <a:ext cx="15580727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67202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and person wearing hardhats&#10;&#10;Description automatically generated with low confidence">
            <a:extLst>
              <a:ext uri="{FF2B5EF4-FFF2-40B4-BE49-F238E27FC236}">
                <a16:creationId xmlns:a16="http://schemas.microsoft.com/office/drawing/2014/main" id="{9173FD62-23FB-1D68-09FB-BE494131EE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/>
        </p:nvGrpSpPr>
        <p:grpSpPr>
          <a:xfrm>
            <a:off x="14850000" y="8740802"/>
            <a:ext cx="1054800" cy="23431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193838-F1C3-F0C6-F538-3CEB955BCB1B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A7F84FA2-5041-3D86-19A8-09E58C265B6A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966A7D8-453B-513B-4DBD-3509BBA4BD36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F3C383-EB77-2306-B216-0579420A5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79" y="207011"/>
            <a:ext cx="15580727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8751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n airplane&#10;&#10;Description automatically generated with medium confidence">
            <a:extLst>
              <a:ext uri="{FF2B5EF4-FFF2-40B4-BE49-F238E27FC236}">
                <a16:creationId xmlns:a16="http://schemas.microsoft.com/office/drawing/2014/main" id="{059FA866-A920-AD93-AF6C-76A55AF78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/>
        </p:nvGrpSpPr>
        <p:grpSpPr>
          <a:xfrm>
            <a:off x="14850000" y="8740802"/>
            <a:ext cx="1054800" cy="23431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B0DCFD-41D5-0B0F-A96E-D07C459EF018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AEBC2F58-A260-949C-F2C6-8B5E596723FC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3A3C17F3-BF35-D266-C20D-F208CB5E19FC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B6FD3C-85B5-7962-BEBB-2583CC9FA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79" y="207011"/>
            <a:ext cx="15580727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06703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holding a tablet&#10;&#10;Description automatically generated with low confidence">
            <a:extLst>
              <a:ext uri="{FF2B5EF4-FFF2-40B4-BE49-F238E27FC236}">
                <a16:creationId xmlns:a16="http://schemas.microsoft.com/office/drawing/2014/main" id="{5A0DE34B-0220-D46F-54AF-A51EB09DA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/>
        </p:nvGrpSpPr>
        <p:grpSpPr>
          <a:xfrm>
            <a:off x="14850000" y="8740802"/>
            <a:ext cx="1054800" cy="23431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2BD81F-ECD9-7DBD-4F12-416892890C31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93828E22-CCFE-4C74-A465-37EC430B8B9B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9EFCAD25-E5FD-FFBA-7E80-12512AA2EC26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91900A-6C2E-5EC2-A3F1-5CBD82912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79" y="207011"/>
            <a:ext cx="15580727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08939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creenshot, pc game, digital compositing&#10;&#10;Description automatically generated">
            <a:extLst>
              <a:ext uri="{FF2B5EF4-FFF2-40B4-BE49-F238E27FC236}">
                <a16:creationId xmlns:a16="http://schemas.microsoft.com/office/drawing/2014/main" id="{F5ADAC54-46D8-0304-8352-8C536012C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/>
        </p:nvGrpSpPr>
        <p:grpSpPr>
          <a:xfrm>
            <a:off x="14850000" y="8740802"/>
            <a:ext cx="1054800" cy="23431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5E9E498-252A-31C0-D516-31146232D703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D2D455BB-0973-3E24-7786-36F6D8A82CAE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542C36E-8BC3-959E-D05C-73377E8D48AA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B8C0B1-4F3D-75D3-C660-8B99A8EB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79" y="207011"/>
            <a:ext cx="15580727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56881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in a suit standing in front of a computer&#10;&#10;Description automatically generated with low confidence">
            <a:extLst>
              <a:ext uri="{FF2B5EF4-FFF2-40B4-BE49-F238E27FC236}">
                <a16:creationId xmlns:a16="http://schemas.microsoft.com/office/drawing/2014/main" id="{77F7038C-752F-E5A9-574C-30CBC251D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/>
        </p:nvGrpSpPr>
        <p:grpSpPr>
          <a:xfrm>
            <a:off x="14850000" y="8740802"/>
            <a:ext cx="1054800" cy="23431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Anek Devanagari" pitchFamily="2" charset="0"/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A4027A-7E1A-A472-1F0E-A2D396293BC5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428B4072-3746-856A-7BCC-4FCB9C231CB5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E5918397-74F0-3802-C986-E46DF2BFA4C3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8A76EA-DED4-F545-0A6E-92F2F935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79" y="207011"/>
            <a:ext cx="15580727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20386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11856C2B-0140-A5B6-5C61-8BE675D20C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6A9610-6B18-4138-A598-3C974F23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0" y="218307"/>
            <a:ext cx="15113665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507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480C507-6EB2-CCF9-870C-8684AC4124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1739" y="1804416"/>
            <a:ext cx="15114428" cy="6475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FF2628-ED62-950D-2E66-69E4E6F3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0" y="218307"/>
            <a:ext cx="15113665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9083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480C507-6EB2-CCF9-870C-8684AC4124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1737" y="1804416"/>
            <a:ext cx="9191320" cy="6475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1D0D8B39-F4CE-3169-E1B0-ABAF242218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6546" y="218307"/>
            <a:ext cx="5699621" cy="8062093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icon to add picture</a:t>
            </a:r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72AFD-F0D1-B053-AA4C-63801FD31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39" y="218307"/>
            <a:ext cx="9191319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4952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11856C2B-0140-A5B6-5C61-8BE675D20C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6A9610-6B18-4138-A598-3C974F23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0" y="218307"/>
            <a:ext cx="15113665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973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DD9CA00-C0FD-1939-1192-7E21A04C75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39" y="2609088"/>
            <a:ext cx="15114428" cy="56713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700A8B1-AE7D-1FA1-B0B0-17B1765DD6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739" y="1675096"/>
            <a:ext cx="15113667" cy="73788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94EB2-F600-8216-DF1F-82A6B3144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0" y="218307"/>
            <a:ext cx="15113665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5480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DD9CA00-C0FD-1939-1192-7E21A04C75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38" y="2609088"/>
            <a:ext cx="9252279" cy="56713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2574FD34-9DC6-1A7F-B21E-FE913A98C6D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6546" y="484800"/>
            <a:ext cx="5699621" cy="779560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icon to add picture</a:t>
            </a:r>
            <a:endParaRPr lang="en-IN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1CEC526-6305-E7A8-C59F-4BEC2ED546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739" y="1675096"/>
            <a:ext cx="9252279" cy="73788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0DBC21-B50D-BFE6-4E1B-718FE4825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0" y="218307"/>
            <a:ext cx="9252277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5817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2972-9DF7-C0B3-7687-9E3B2422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328AA4C-BB57-D0E6-08FE-435428B0D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739" y="1636098"/>
            <a:ext cx="15113667" cy="73788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</p:spTree>
    <p:extLst>
      <p:ext uri="{BB962C8B-B14F-4D97-AF65-F5344CB8AC3E}">
        <p14:creationId xmlns:p14="http://schemas.microsoft.com/office/powerpoint/2010/main" val="42846878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6463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D185B774-2A49-1714-39C4-36AAA66932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grpSp>
        <p:nvGrpSpPr>
          <p:cNvPr id="6" name="Logo">
            <a:extLst>
              <a:ext uri="{FF2B5EF4-FFF2-40B4-BE49-F238E27FC236}">
                <a16:creationId xmlns:a16="http://schemas.microsoft.com/office/drawing/2014/main" id="{E8EA6453-9CF1-9CEC-C7B1-0470890CE1D7}"/>
              </a:ext>
            </a:extLst>
          </p:cNvPr>
          <p:cNvGrpSpPr/>
          <p:nvPr/>
        </p:nvGrpSpPr>
        <p:grpSpPr>
          <a:xfrm>
            <a:off x="14850408" y="8741259"/>
            <a:ext cx="1044997" cy="232141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6D4324C-2193-57C6-446C-B8EEDC252A00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5041FF0-0E80-0543-F563-D686B0F7C33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B064FB-102A-7078-6BD9-79416314E36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0477C4A-177F-491D-8CC8-EB973D9C925B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1749831-DDE4-762A-F260-117878940596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0A159A4-D5E7-30F6-35B1-F0EE77575F2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D6C10E1-B823-40CA-D11C-E197DE60DE75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547232-A25A-20CA-8734-C765576B0C60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B9080E96-D581-682D-0141-31D228B95C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3841C298-5B94-4C2F-E1C0-3C387E73F9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4" y="2692089"/>
            <a:ext cx="13806376" cy="2217263"/>
          </a:xfrm>
        </p:spPr>
        <p:txBody>
          <a:bodyPr>
            <a:noAutofit/>
          </a:bodyPr>
          <a:lstStyle>
            <a:lvl1pPr>
              <a:defRPr sz="7200" b="0">
                <a:solidFill>
                  <a:schemeClr val="tx2"/>
                </a:solidFill>
              </a:defRPr>
            </a:lvl1pPr>
          </a:lstStyle>
          <a:p>
            <a:r>
              <a:rPr lang="en-US"/>
              <a:t>“Any famous quote by a person can appear here.”</a:t>
            </a:r>
            <a:endParaRPr lang="en-IN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41B9BCB-8DF5-2F68-06E4-0C5D6CC31F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126568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2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Name of the Author appears here.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09A91F-C027-FBAF-3B93-353E8C68FACD}"/>
              </a:ext>
            </a:extLst>
          </p:cNvPr>
          <p:cNvGrpSpPr/>
          <p:nvPr userDrawn="1"/>
        </p:nvGrpSpPr>
        <p:grpSpPr>
          <a:xfrm>
            <a:off x="16357281" y="40572"/>
            <a:ext cx="1803721" cy="2568517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D4013E-0025-49E0-6511-50711B94BCCD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FA30649-040E-76DF-E4B3-6FA735684DFB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913A981-7796-0810-7565-8C046D3C8685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4C58757-B01F-2E76-EEC4-9699D391CDB5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DAEB6CB-E284-5E99-836D-99401DEEA93A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BF4D458-66C9-5BA3-D270-2E2088DF7E05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B5EF3EC8-7001-0CC2-5094-241161EA6992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4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tx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E1DB9E8E-DB3F-1D6F-CBAE-0C5726300678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60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48045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Custom Layout">
    <p:bg>
      <p:bgPr>
        <a:solidFill>
          <a:srgbClr val="BBC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6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5901" y="8744404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BED9F9F-CECA-7081-2FA5-5BFE230DE60D}"/>
              </a:ext>
            </a:extLst>
          </p:cNvPr>
          <p:cNvGrpSpPr/>
          <p:nvPr userDrawn="1"/>
        </p:nvGrpSpPr>
        <p:grpSpPr>
          <a:xfrm>
            <a:off x="16357281" y="40572"/>
            <a:ext cx="1803721" cy="2568517"/>
            <a:chOff x="12267959" y="30428"/>
            <a:chExt cx="1352791" cy="19263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4913F2-28F2-6B9C-4EFF-913A82EDD46E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164E07D-909C-C72E-091F-5C329BD388D5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09FA35-94C1-A4C9-1AE7-80D9E3AE4073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1C057C-7C5C-DF1E-F24A-D154D5235CCA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A862D80-1E04-8C57-918E-6310E02FAE3D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B31F16-1702-5C42-6CF5-E47473FC1367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37C9CD1-39F0-9A01-43F2-28D1F54FE5CA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4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tx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637F60D-47D7-3E8A-9AC4-C9BD2A051261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60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769259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Custom Layout">
    <p:bg>
      <p:bgPr>
        <a:solidFill>
          <a:srgbClr val="FCC7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6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5901" y="8744404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BD9AC3A-FC6E-1111-CBD5-79571AE534E9}"/>
              </a:ext>
            </a:extLst>
          </p:cNvPr>
          <p:cNvGrpSpPr/>
          <p:nvPr userDrawn="1"/>
        </p:nvGrpSpPr>
        <p:grpSpPr>
          <a:xfrm>
            <a:off x="16357281" y="40572"/>
            <a:ext cx="1803721" cy="2568517"/>
            <a:chOff x="12267959" y="30428"/>
            <a:chExt cx="1352791" cy="19263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8A4D52C-A6D5-702A-8A65-CA857865B333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EC165F-E9A7-C586-51E1-0024694C8D18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4CFE0A4-BFB3-55FB-2E51-3516BE536D23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D9338A5-7F68-F079-23AA-211DFB416EC0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00361E-6969-5490-8861-67459D96FD83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F75B26-40D6-74B7-8BDD-70321B8A4108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BE92565-4651-E908-06E1-60602A21DE94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4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tx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5E6FB8E6-E30E-EE13-AAAC-37A91C065F64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60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52719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Custom Layout">
    <p:bg>
      <p:bgPr>
        <a:solidFill>
          <a:srgbClr val="FBC9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6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5901" y="8744404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546D56-B792-0FDF-6AB1-6FE69BA1DEEF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DF5E20F-5DEF-3E54-9FC1-ADC1249111C4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4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tx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7A94884-F510-9310-C591-891D498C8F05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60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579426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_Custom Layout">
    <p:bg>
      <p:bgPr>
        <a:solidFill>
          <a:srgbClr val="97D5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6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5901" y="8744404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AA79A41-09EC-658C-6DB8-8E7B9E16E62C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B5CCAA-AE36-07EB-3FFC-2881C2BCCA7A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4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tx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81A507A-BFE3-3962-27D5-F9F72246D914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60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8880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99445BD-02AF-5A42-6EF2-81DEEBD441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6" y="3318524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5126568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C0E2DFA2-6ED6-5180-48CF-8FF5BD139B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7D438E7-1D8E-FB27-F4B2-C6343A61DA22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3E7219-CED5-8E40-011F-BBF371E5C6D7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8F92D48-5A0A-A4DE-3B16-698ED06A3B7F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78364ED-CDCB-506D-E056-F0A009D7968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002D2B-7D8F-CE1D-099A-F21826858985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9560BE7-80B6-0BD2-11D1-2EE6DD9AF0C7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2E805A9-5B66-C427-2ABD-024CEA9170EE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7D1FEEA-BB92-7CE7-88DA-D7A243F3C2B1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E06E8E6-6968-17C6-F21F-425D99596C3E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85363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et's eng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99445BD-02AF-5A42-6EF2-81DEEBD441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6" y="3318524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Let’s engage</a:t>
            </a:r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5126568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  <p:pic>
        <p:nvPicPr>
          <p:cNvPr id="3" name="Picture 2" descr="Icon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9936B5B3-40BF-0C16-70E6-087203FB530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06" y="7401498"/>
            <a:ext cx="564524" cy="564524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hlinkClick r:id="rId5"/>
            <a:extLst>
              <a:ext uri="{FF2B5EF4-FFF2-40B4-BE49-F238E27FC236}">
                <a16:creationId xmlns:a16="http://schemas.microsoft.com/office/drawing/2014/main" id="{ABFF64A9-FB23-A4A7-2000-64FB9B71E38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14" y="7401498"/>
            <a:ext cx="564524" cy="564524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4783935F-109B-7213-19BA-9CC4204F3D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6434" y="7401498"/>
            <a:ext cx="564524" cy="564524"/>
          </a:xfrm>
          <a:prstGeom prst="rect">
            <a:avLst/>
          </a:prstGeom>
        </p:spPr>
      </p:pic>
      <p:pic>
        <p:nvPicPr>
          <p:cNvPr id="22" name="Picture 21" descr="Logo, icon&#10;&#10;Description automatically generated">
            <a:hlinkClick r:id="rId9"/>
            <a:extLst>
              <a:ext uri="{FF2B5EF4-FFF2-40B4-BE49-F238E27FC236}">
                <a16:creationId xmlns:a16="http://schemas.microsoft.com/office/drawing/2014/main" id="{7F0FE466-7DF0-C851-893A-9F92FFA4DFE7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151" y="7401498"/>
            <a:ext cx="564524" cy="56452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0E2DFA2-6ED6-5180-48CF-8FF5BD139B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7D438E7-1D8E-FB27-F4B2-C6343A61DA22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3E7219-CED5-8E40-011F-BBF371E5C6D7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8F92D48-5A0A-A4DE-3B16-698ED06A3B7F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78364ED-CDCB-506D-E056-F0A009D7968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002D2B-7D8F-CE1D-099A-F21826858985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9560BE7-80B6-0BD2-11D1-2EE6DD9AF0C7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2E805A9-5B66-C427-2ABD-024CEA9170EE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7D1FEEA-BB92-7CE7-88DA-D7A243F3C2B1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E06E8E6-6968-17C6-F21F-425D99596C3E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3AC6CD-8DB5-A991-1E22-0BA74554B568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2025DC-D554-8B9F-776A-B2789ECFE560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4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ECB3820-B3F1-0404-1138-31B656B10CB8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60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396374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et's eng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773B626-C041-3BDB-DF50-7BCEF76C7E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6" y="3318524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Let’s engage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B80327-1D0A-105F-08E8-57458D90D13D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247822C-8FC4-A887-759C-17711D99E1E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8CE96-D121-617B-12F9-04187952CA9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436A88-1027-4425-440A-3E531CCB55B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E97DF-212C-386E-F3A1-D59BBEA884BA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2DBAA6-E14F-76F8-8577-BC169D1F1A8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9C64C1-59E5-EA69-3C7E-7AA365537F02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6C1AD8-29BE-203C-BE54-A8E56B93164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7EE3D-94D7-10EF-0607-AE5229E0A98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97575" y="5126568"/>
            <a:ext cx="7525580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Presenter name</a:t>
            </a:r>
          </a:p>
        </p:txBody>
      </p:sp>
      <p:pic>
        <p:nvPicPr>
          <p:cNvPr id="3" name="Picture 2" descr="Icon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9936B5B3-40BF-0C16-70E6-087203FB530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06" y="7401498"/>
            <a:ext cx="564524" cy="564524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ABFF64A9-FB23-A4A7-2000-64FB9B71E38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14" y="7401498"/>
            <a:ext cx="564524" cy="564524"/>
          </a:xfrm>
          <a:prstGeom prst="rect">
            <a:avLst/>
          </a:prstGeom>
        </p:spPr>
      </p:pic>
      <p:pic>
        <p:nvPicPr>
          <p:cNvPr id="9" name="Picture 8">
            <a:hlinkClick r:id="rId8"/>
            <a:extLst>
              <a:ext uri="{FF2B5EF4-FFF2-40B4-BE49-F238E27FC236}">
                <a16:creationId xmlns:a16="http://schemas.microsoft.com/office/drawing/2014/main" id="{4783935F-109B-7213-19BA-9CC4204F3D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6434" y="7401498"/>
            <a:ext cx="564524" cy="564524"/>
          </a:xfrm>
          <a:prstGeom prst="rect">
            <a:avLst/>
          </a:prstGeom>
        </p:spPr>
      </p:pic>
      <p:pic>
        <p:nvPicPr>
          <p:cNvPr id="22" name="Picture 21" descr="Logo, icon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7F0FE466-7DF0-C851-893A-9F92FFA4DFE7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151" y="7401498"/>
            <a:ext cx="564524" cy="564524"/>
          </a:xfrm>
          <a:prstGeom prst="rect">
            <a:avLst/>
          </a:prstGeom>
        </p:spPr>
      </p:pic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58D222FC-8D38-3E01-441D-FA9D8D2BEF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1584" y="5126567"/>
            <a:ext cx="1680000" cy="1680000"/>
          </a:xfrm>
          <a:prstGeom prst="ellipse">
            <a:avLst/>
          </a:prstGeom>
          <a:solidFill>
            <a:srgbClr val="EBEBEB"/>
          </a:solidFill>
          <a:ln w="1905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67"/>
            </a:lvl1pPr>
          </a:lstStyle>
          <a:p>
            <a:r>
              <a:rPr lang="en-IN"/>
              <a:t>Presenter picture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9D8586-37BC-DC2A-8EEF-270C13A63BA6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510D4A95-8334-4A05-C62B-AE27A9064BD3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4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CA465294-2539-2A14-6443-9FE7357479BC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60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925796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A420888-4B4C-79A3-6FA9-352BA87B66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272874-C46B-3B31-1BD0-F0495A9AF8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5" y="3726132"/>
            <a:ext cx="6202763" cy="1260685"/>
          </a:xfrm>
        </p:spPr>
        <p:txBody>
          <a:bodyPr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Agenda</a:t>
            </a:r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FDC4824-F24C-94D8-4956-C8C4C2F63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64ED26A-7137-E5C0-8293-8E35E84983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20" y="807016"/>
            <a:ext cx="8960387" cy="7313661"/>
          </a:xfrm>
          <a:noFill/>
        </p:spPr>
        <p:txBody>
          <a:bodyPr anchor="ctr">
            <a:normAutofit/>
          </a:bodyPr>
          <a:lstStyle>
            <a:lvl1pPr marL="603221" indent="-603221">
              <a:buFont typeface="+mj-lt"/>
              <a:buAutoNum type="arabicPeriod"/>
              <a:tabLst/>
              <a:defRPr sz="2667" b="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6911151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A420888-4B4C-79A3-6FA9-352BA87B66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FDC4824-F24C-94D8-4956-C8C4C2F63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64ED26A-7137-E5C0-8293-8E35E84983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405" y="807016"/>
            <a:ext cx="15504000" cy="7313661"/>
          </a:xfrm>
          <a:noFill/>
        </p:spPr>
        <p:txBody>
          <a:bodyPr anchor="ctr">
            <a:normAutofit/>
          </a:bodyPr>
          <a:lstStyle>
            <a:lvl1pPr marL="603221" indent="-603221">
              <a:buFont typeface="+mj-lt"/>
              <a:buAutoNum type="arabicPeriod"/>
              <a:tabLst/>
              <a:defRPr sz="2667" b="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4035075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D185B774-2A49-1714-39C4-36AAA66932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grpSp>
        <p:nvGrpSpPr>
          <p:cNvPr id="6" name="Logo">
            <a:extLst>
              <a:ext uri="{FF2B5EF4-FFF2-40B4-BE49-F238E27FC236}">
                <a16:creationId xmlns:a16="http://schemas.microsoft.com/office/drawing/2014/main" id="{E8EA6453-9CF1-9CEC-C7B1-0470890CE1D7}"/>
              </a:ext>
            </a:extLst>
          </p:cNvPr>
          <p:cNvGrpSpPr/>
          <p:nvPr/>
        </p:nvGrpSpPr>
        <p:grpSpPr>
          <a:xfrm>
            <a:off x="14850408" y="8741258"/>
            <a:ext cx="1044997" cy="232141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6D4324C-2193-57C6-446C-B8EEDC252A00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5041FF0-0E80-0543-F563-D686B0F7C33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B064FB-102A-7078-6BD9-79416314E36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0477C4A-177F-491D-8CC8-EB973D9C925B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1749831-DDE4-762A-F260-117878940596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0A159A4-D5E7-30F6-35B1-F0EE77575F2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D6C10E1-B823-40CA-D11C-E197DE60DE75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547232-A25A-20CA-8734-C765576B0C60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B9080E96-D581-682D-0141-31D228B95C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3841C298-5B94-4C2F-E1C0-3C387E73F9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4" y="2692087"/>
            <a:ext cx="13806376" cy="2217263"/>
          </a:xfrm>
        </p:spPr>
        <p:txBody>
          <a:bodyPr>
            <a:noAutofit/>
          </a:bodyPr>
          <a:lstStyle>
            <a:lvl1pPr>
              <a:defRPr sz="7200" b="0">
                <a:solidFill>
                  <a:schemeClr val="tx2"/>
                </a:solidFill>
              </a:defRPr>
            </a:lvl1pPr>
          </a:lstStyle>
          <a:p>
            <a:r>
              <a:rPr lang="en-US"/>
              <a:t>“Any famous quote by a person can appear here.”</a:t>
            </a:r>
            <a:endParaRPr lang="en-IN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41B9BCB-8DF5-2F68-06E4-0C5D6CC31F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126567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2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Name of the Author appears here.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09A91F-C027-FBAF-3B93-353E8C68FACD}"/>
              </a:ext>
            </a:extLst>
          </p:cNvPr>
          <p:cNvGrpSpPr/>
          <p:nvPr userDrawn="1"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D4013E-0025-49E0-6511-50711B94BCCD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FA30649-040E-76DF-E4B3-6FA735684DFB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913A981-7796-0810-7565-8C046D3C8685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4C58757-B01F-2E76-EEC4-9699D391CDB5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DAEB6CB-E284-5E99-836D-99401DEEA93A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BF4D458-66C9-5BA3-D270-2E2088DF7E05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B5EF3EC8-7001-0CC2-5094-241161EA6992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tx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E1DB9E8E-DB3F-1D6F-CBAE-0C5726300678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48045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Custom Layout">
    <p:bg>
      <p:bgPr>
        <a:solidFill>
          <a:srgbClr val="BBC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5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5899" y="8744402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BED9F9F-CECA-7081-2FA5-5BFE230DE60D}"/>
              </a:ext>
            </a:extLst>
          </p:cNvPr>
          <p:cNvGrpSpPr/>
          <p:nvPr userDrawn="1"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4913F2-28F2-6B9C-4EFF-913A82EDD46E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164E07D-909C-C72E-091F-5C329BD388D5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09FA35-94C1-A4C9-1AE7-80D9E3AE4073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1C057C-7C5C-DF1E-F24A-D154D5235CCA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A862D80-1E04-8C57-918E-6310E02FAE3D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B31F16-1702-5C42-6CF5-E47473FC1367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37C9CD1-39F0-9A01-43F2-28D1F54FE5CA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tx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637F60D-47D7-3E8A-9AC4-C9BD2A051261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769259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Custom Layout">
    <p:bg>
      <p:bgPr>
        <a:solidFill>
          <a:srgbClr val="FCC7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5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5899" y="8744402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BD9AC3A-FC6E-1111-CBD5-79571AE534E9}"/>
              </a:ext>
            </a:extLst>
          </p:cNvPr>
          <p:cNvGrpSpPr/>
          <p:nvPr userDrawn="1"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8A4D52C-A6D5-702A-8A65-CA857865B333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EC165F-E9A7-C586-51E1-0024694C8D18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4CFE0A4-BFB3-55FB-2E51-3516BE536D23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D9338A5-7F68-F079-23AA-211DFB416EC0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00361E-6969-5490-8861-67459D96FD83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F75B26-40D6-74B7-8BDD-70321B8A4108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BE92565-4651-E908-06E1-60602A21DE94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tx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5E6FB8E6-E30E-EE13-AAAC-37A91C065F64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52719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Custom Layout">
    <p:bg>
      <p:bgPr>
        <a:solidFill>
          <a:srgbClr val="FBC9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5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5899" y="8744402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546D56-B792-0FDF-6AB1-6FE69BA1DEEF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DF5E20F-5DEF-3E54-9FC1-ADC1249111C4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tx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7A94884-F510-9310-C591-891D498C8F05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579426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_Custom Layout">
    <p:bg>
      <p:bgPr>
        <a:solidFill>
          <a:srgbClr val="97D5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5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5899" y="8744402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AA79A41-09EC-658C-6DB8-8E7B9E16E62C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B5CCAA-AE36-07EB-3FFC-2881C2BCCA7A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tx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81A507A-BFE3-3962-27D5-F9F72246D914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8880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99445BD-02AF-5A42-6EF2-81DEEBD441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5" y="3318524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5126567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C0E2DFA2-6ED6-5180-48CF-8FF5BD139B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7D438E7-1D8E-FB27-F4B2-C6343A61DA22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3E7219-CED5-8E40-011F-BBF371E5C6D7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8F92D48-5A0A-A4DE-3B16-698ED06A3B7F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78364ED-CDCB-506D-E056-F0A009D7968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002D2B-7D8F-CE1D-099A-F21826858985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9560BE7-80B6-0BD2-11D1-2EE6DD9AF0C7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2E805A9-5B66-C427-2ABD-024CEA9170EE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7D1FEEA-BB92-7CE7-88DA-D7A243F3C2B1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E06E8E6-6968-17C6-F21F-425D99596C3E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85363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et's eng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99445BD-02AF-5A42-6EF2-81DEEBD441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5" y="3318524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Let’s engage</a:t>
            </a:r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5126567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  <p:pic>
        <p:nvPicPr>
          <p:cNvPr id="3" name="Picture 2" descr="Icon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9936B5B3-40BF-0C16-70E6-087203FB530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05" y="7401497"/>
            <a:ext cx="564524" cy="564524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hlinkClick r:id="rId5"/>
            <a:extLst>
              <a:ext uri="{FF2B5EF4-FFF2-40B4-BE49-F238E27FC236}">
                <a16:creationId xmlns:a16="http://schemas.microsoft.com/office/drawing/2014/main" id="{ABFF64A9-FB23-A4A7-2000-64FB9B71E38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13" y="7401497"/>
            <a:ext cx="564524" cy="564524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4783935F-109B-7213-19BA-9CC4204F3D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6433" y="7401497"/>
            <a:ext cx="564524" cy="564524"/>
          </a:xfrm>
          <a:prstGeom prst="rect">
            <a:avLst/>
          </a:prstGeom>
        </p:spPr>
      </p:pic>
      <p:pic>
        <p:nvPicPr>
          <p:cNvPr id="22" name="Picture 21" descr="Logo, icon&#10;&#10;Description automatically generated">
            <a:hlinkClick r:id="rId9"/>
            <a:extLst>
              <a:ext uri="{FF2B5EF4-FFF2-40B4-BE49-F238E27FC236}">
                <a16:creationId xmlns:a16="http://schemas.microsoft.com/office/drawing/2014/main" id="{7F0FE466-7DF0-C851-893A-9F92FFA4DFE7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151" y="7401497"/>
            <a:ext cx="564524" cy="56452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0E2DFA2-6ED6-5180-48CF-8FF5BD139B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7D438E7-1D8E-FB27-F4B2-C6343A61DA22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3E7219-CED5-8E40-011F-BBF371E5C6D7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8F92D48-5A0A-A4DE-3B16-698ED06A3B7F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78364ED-CDCB-506D-E056-F0A009D7968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002D2B-7D8F-CE1D-099A-F21826858985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9560BE7-80B6-0BD2-11D1-2EE6DD9AF0C7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2E805A9-5B66-C427-2ABD-024CEA9170EE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7D1FEEA-BB92-7CE7-88DA-D7A243F3C2B1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E06E8E6-6968-17C6-F21F-425D99596C3E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3AC6CD-8DB5-A991-1E22-0BA74554B568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2025DC-D554-8B9F-776A-B2789ECFE560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ECB3820-B3F1-0404-1138-31B656B10CB8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3963748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et's eng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773B626-C041-3BDB-DF50-7BCEF76C7E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5" y="3318524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Let’s engage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B80327-1D0A-105F-08E8-57458D90D13D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247822C-8FC4-A887-759C-17711D99E1E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8CE96-D121-617B-12F9-04187952CA9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436A88-1027-4425-440A-3E531CCB55B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E97DF-212C-386E-F3A1-D59BBEA884BA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2DBAA6-E14F-76F8-8577-BC169D1F1A8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9C64C1-59E5-EA69-3C7E-7AA365537F02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6C1AD8-29BE-203C-BE54-A8E56B93164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7EE3D-94D7-10EF-0607-AE5229E0A98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97574" y="5126567"/>
            <a:ext cx="7525580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Presenter name</a:t>
            </a:r>
          </a:p>
        </p:txBody>
      </p:sp>
      <p:pic>
        <p:nvPicPr>
          <p:cNvPr id="3" name="Picture 2" descr="Icon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9936B5B3-40BF-0C16-70E6-087203FB530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05" y="7401497"/>
            <a:ext cx="564524" cy="564524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ABFF64A9-FB23-A4A7-2000-64FB9B71E38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13" y="7401497"/>
            <a:ext cx="564524" cy="564524"/>
          </a:xfrm>
          <a:prstGeom prst="rect">
            <a:avLst/>
          </a:prstGeom>
        </p:spPr>
      </p:pic>
      <p:pic>
        <p:nvPicPr>
          <p:cNvPr id="9" name="Picture 8">
            <a:hlinkClick r:id="rId8"/>
            <a:extLst>
              <a:ext uri="{FF2B5EF4-FFF2-40B4-BE49-F238E27FC236}">
                <a16:creationId xmlns:a16="http://schemas.microsoft.com/office/drawing/2014/main" id="{4783935F-109B-7213-19BA-9CC4204F3D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6433" y="7401497"/>
            <a:ext cx="564524" cy="564524"/>
          </a:xfrm>
          <a:prstGeom prst="rect">
            <a:avLst/>
          </a:prstGeom>
        </p:spPr>
      </p:pic>
      <p:pic>
        <p:nvPicPr>
          <p:cNvPr id="22" name="Picture 21" descr="Logo, icon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7F0FE466-7DF0-C851-893A-9F92FFA4DFE7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151" y="7401497"/>
            <a:ext cx="564524" cy="564524"/>
          </a:xfrm>
          <a:prstGeom prst="rect">
            <a:avLst/>
          </a:prstGeom>
        </p:spPr>
      </p:pic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58D222FC-8D38-3E01-441D-FA9D8D2BEF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1584" y="5126567"/>
            <a:ext cx="1680000" cy="1680000"/>
          </a:xfrm>
          <a:prstGeom prst="ellipse">
            <a:avLst/>
          </a:prstGeom>
          <a:solidFill>
            <a:srgbClr val="EBEBEB"/>
          </a:solidFill>
          <a:ln w="1905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67"/>
            </a:lvl1pPr>
          </a:lstStyle>
          <a:p>
            <a:r>
              <a:rPr lang="en-IN"/>
              <a:t>Presenter picture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9D8586-37BC-DC2A-8EEF-270C13A63BA6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510D4A95-8334-4A05-C62B-AE27A9064BD3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2024 | Confidential</a:t>
            </a: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CA465294-2539-2A14-6443-9FE7357479BC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9257960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A420888-4B4C-79A3-6FA9-352BA87B66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272874-C46B-3B31-1BD0-F0495A9AF8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5" y="3726131"/>
            <a:ext cx="6202763" cy="1260685"/>
          </a:xfrm>
        </p:spPr>
        <p:txBody>
          <a:bodyPr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Agenda</a:t>
            </a:r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FDC4824-F24C-94D8-4956-C8C4C2F63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64ED26A-7137-E5C0-8293-8E35E84983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19" y="807015"/>
            <a:ext cx="8960387" cy="7313661"/>
          </a:xfrm>
          <a:noFill/>
        </p:spPr>
        <p:txBody>
          <a:bodyPr anchor="ctr">
            <a:normAutofit/>
          </a:bodyPr>
          <a:lstStyle>
            <a:lvl1pPr marL="603236" indent="-603236">
              <a:buFont typeface="+mj-lt"/>
              <a:buAutoNum type="arabicPeriod"/>
              <a:tabLst/>
              <a:defRPr sz="2667" b="0">
                <a:solidFill>
                  <a:schemeClr val="tx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69111510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A420888-4B4C-79A3-6FA9-352BA87B66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FDC4824-F24C-94D8-4956-C8C4C2F63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64ED26A-7137-E5C0-8293-8E35E84983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405" y="807015"/>
            <a:ext cx="15504000" cy="7313661"/>
          </a:xfrm>
          <a:noFill/>
        </p:spPr>
        <p:txBody>
          <a:bodyPr anchor="ctr">
            <a:normAutofit/>
          </a:bodyPr>
          <a:lstStyle>
            <a:lvl1pPr marL="603236" indent="-603236">
              <a:buFont typeface="+mj-lt"/>
              <a:buAutoNum type="arabicPeriod"/>
              <a:tabLst/>
              <a:defRPr sz="2667" b="0">
                <a:solidFill>
                  <a:schemeClr val="tx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4035075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7D05-9965-8B8B-BE58-BAAA3852A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38464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D20F2-8F3F-5E19-3EF3-2EB04121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733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65067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1B1B5-3620-3B71-F33B-83330E8E2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91701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5133" y="3749212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  <a:endParaRPr lang="en-IN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5131" y="6628109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3367" y="8341899"/>
            <a:ext cx="16029271" cy="725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/>
          </a:p>
        </p:txBody>
      </p:sp>
      <p:grpSp>
        <p:nvGrpSpPr>
          <p:cNvPr id="27" name="Logo">
            <a:extLst>
              <a:ext uri="{FF2B5EF4-FFF2-40B4-BE49-F238E27FC236}">
                <a16:creationId xmlns:a16="http://schemas.microsoft.com/office/drawing/2014/main" id="{3A065230-68F7-758A-449C-C0E9D9FF8414}"/>
              </a:ext>
            </a:extLst>
          </p:cNvPr>
          <p:cNvGrpSpPr/>
          <p:nvPr/>
        </p:nvGrpSpPr>
        <p:grpSpPr>
          <a:xfrm>
            <a:off x="795132" y="541805"/>
            <a:ext cx="3016475" cy="670096"/>
            <a:chOff x="10797898" y="6235376"/>
            <a:chExt cx="930940" cy="206804"/>
          </a:xfrm>
        </p:grpSpPr>
        <p:sp>
          <p:nvSpPr>
            <p:cNvPr id="28" name="Freeform: Shape 11">
              <a:extLst>
                <a:ext uri="{FF2B5EF4-FFF2-40B4-BE49-F238E27FC236}">
                  <a16:creationId xmlns:a16="http://schemas.microsoft.com/office/drawing/2014/main" id="{1246A27A-67DC-88DA-7E99-BD8FCE878250}"/>
                </a:ext>
              </a:extLst>
            </p:cNvPr>
            <p:cNvSpPr/>
            <p:nvPr/>
          </p:nvSpPr>
          <p:spPr>
            <a:xfrm>
              <a:off x="10797898" y="6241069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29" name="Freeform: Shape 12">
              <a:extLst>
                <a:ext uri="{FF2B5EF4-FFF2-40B4-BE49-F238E27FC236}">
                  <a16:creationId xmlns:a16="http://schemas.microsoft.com/office/drawing/2014/main" id="{2FC39FA9-B4BD-4E89-A253-2B70D7C57A8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0" name="Freeform: Shape 13">
              <a:extLst>
                <a:ext uri="{FF2B5EF4-FFF2-40B4-BE49-F238E27FC236}">
                  <a16:creationId xmlns:a16="http://schemas.microsoft.com/office/drawing/2014/main" id="{02C60B1A-4FB5-D732-7157-61ADD0589F56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1" name="Freeform: Shape 14">
              <a:extLst>
                <a:ext uri="{FF2B5EF4-FFF2-40B4-BE49-F238E27FC236}">
                  <a16:creationId xmlns:a16="http://schemas.microsoft.com/office/drawing/2014/main" id="{703F5C3A-DFAA-9131-14B4-9D7202F4B4E8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2" name="Freeform: Shape 15">
              <a:extLst>
                <a:ext uri="{FF2B5EF4-FFF2-40B4-BE49-F238E27FC236}">
                  <a16:creationId xmlns:a16="http://schemas.microsoft.com/office/drawing/2014/main" id="{CA802C14-EBFD-CFBE-99D8-49BC4D7368A9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3" name="Freeform: Shape 16">
              <a:extLst>
                <a:ext uri="{FF2B5EF4-FFF2-40B4-BE49-F238E27FC236}">
                  <a16:creationId xmlns:a16="http://schemas.microsoft.com/office/drawing/2014/main" id="{8154BE5B-2F05-FB6F-BC46-5131AC71856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4" name="Freeform: Shape 17">
              <a:extLst>
                <a:ext uri="{FF2B5EF4-FFF2-40B4-BE49-F238E27FC236}">
                  <a16:creationId xmlns:a16="http://schemas.microsoft.com/office/drawing/2014/main" id="{5FE7C0A1-186C-5020-5AAB-5FD9CD026FA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5" name="Freeform: Shape 18">
              <a:extLst>
                <a:ext uri="{FF2B5EF4-FFF2-40B4-BE49-F238E27FC236}">
                  <a16:creationId xmlns:a16="http://schemas.microsoft.com/office/drawing/2014/main" id="{F34AE91A-7473-8E25-38F9-3A2AA525A583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</p:grpSp>
    </p:spTree>
    <p:extLst>
      <p:ext uri="{BB962C8B-B14F-4D97-AF65-F5344CB8AC3E}">
        <p14:creationId xmlns:p14="http://schemas.microsoft.com/office/powerpoint/2010/main" val="320167217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-Brand 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239" y="3292857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  <a:endParaRPr lang="en-IN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4417" y="5100901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3367" y="8341899"/>
            <a:ext cx="16029271" cy="725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/>
          </a:p>
        </p:txBody>
      </p:sp>
      <p:grpSp>
        <p:nvGrpSpPr>
          <p:cNvPr id="27" name="Logo">
            <a:extLst>
              <a:ext uri="{FF2B5EF4-FFF2-40B4-BE49-F238E27FC236}">
                <a16:creationId xmlns:a16="http://schemas.microsoft.com/office/drawing/2014/main" id="{3A065230-68F7-758A-449C-C0E9D9FF8414}"/>
              </a:ext>
            </a:extLst>
          </p:cNvPr>
          <p:cNvGrpSpPr/>
          <p:nvPr/>
        </p:nvGrpSpPr>
        <p:grpSpPr>
          <a:xfrm>
            <a:off x="795132" y="541805"/>
            <a:ext cx="3016475" cy="670096"/>
            <a:chOff x="10797898" y="6235376"/>
            <a:chExt cx="930940" cy="206804"/>
          </a:xfrm>
        </p:grpSpPr>
        <p:sp>
          <p:nvSpPr>
            <p:cNvPr id="28" name="Freeform: Shape 11">
              <a:extLst>
                <a:ext uri="{FF2B5EF4-FFF2-40B4-BE49-F238E27FC236}">
                  <a16:creationId xmlns:a16="http://schemas.microsoft.com/office/drawing/2014/main" id="{1246A27A-67DC-88DA-7E99-BD8FCE878250}"/>
                </a:ext>
              </a:extLst>
            </p:cNvPr>
            <p:cNvSpPr/>
            <p:nvPr/>
          </p:nvSpPr>
          <p:spPr>
            <a:xfrm>
              <a:off x="10797898" y="6241069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29" name="Freeform: Shape 12">
              <a:extLst>
                <a:ext uri="{FF2B5EF4-FFF2-40B4-BE49-F238E27FC236}">
                  <a16:creationId xmlns:a16="http://schemas.microsoft.com/office/drawing/2014/main" id="{2FC39FA9-B4BD-4E89-A253-2B70D7C57A8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0" name="Freeform: Shape 13">
              <a:extLst>
                <a:ext uri="{FF2B5EF4-FFF2-40B4-BE49-F238E27FC236}">
                  <a16:creationId xmlns:a16="http://schemas.microsoft.com/office/drawing/2014/main" id="{02C60B1A-4FB5-D732-7157-61ADD0589F56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1" name="Freeform: Shape 14">
              <a:extLst>
                <a:ext uri="{FF2B5EF4-FFF2-40B4-BE49-F238E27FC236}">
                  <a16:creationId xmlns:a16="http://schemas.microsoft.com/office/drawing/2014/main" id="{703F5C3A-DFAA-9131-14B4-9D7202F4B4E8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2" name="Freeform: Shape 15">
              <a:extLst>
                <a:ext uri="{FF2B5EF4-FFF2-40B4-BE49-F238E27FC236}">
                  <a16:creationId xmlns:a16="http://schemas.microsoft.com/office/drawing/2014/main" id="{CA802C14-EBFD-CFBE-99D8-49BC4D7368A9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3" name="Freeform: Shape 16">
              <a:extLst>
                <a:ext uri="{FF2B5EF4-FFF2-40B4-BE49-F238E27FC236}">
                  <a16:creationId xmlns:a16="http://schemas.microsoft.com/office/drawing/2014/main" id="{8154BE5B-2F05-FB6F-BC46-5131AC71856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4" name="Freeform: Shape 17">
              <a:extLst>
                <a:ext uri="{FF2B5EF4-FFF2-40B4-BE49-F238E27FC236}">
                  <a16:creationId xmlns:a16="http://schemas.microsoft.com/office/drawing/2014/main" id="{5FE7C0A1-186C-5020-5AAB-5FD9CD026FA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5" name="Freeform: Shape 18">
              <a:extLst>
                <a:ext uri="{FF2B5EF4-FFF2-40B4-BE49-F238E27FC236}">
                  <a16:creationId xmlns:a16="http://schemas.microsoft.com/office/drawing/2014/main" id="{F34AE91A-7473-8E25-38F9-3A2AA525A583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4309128" y="680053"/>
            <a:ext cx="0" cy="393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806651" y="639904"/>
            <a:ext cx="1003087" cy="47390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/>
          </a:p>
        </p:txBody>
      </p:sp>
      <p:sp>
        <p:nvSpPr>
          <p:cNvPr id="5" name="Rectangle 4"/>
          <p:cNvSpPr/>
          <p:nvPr/>
        </p:nvSpPr>
        <p:spPr>
          <a:xfrm>
            <a:off x="4806651" y="733224"/>
            <a:ext cx="1003087" cy="256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67" b="1">
                <a:solidFill>
                  <a:schemeClr val="bg1"/>
                </a:solidFill>
              </a:rPr>
              <a:t>New Logo</a:t>
            </a:r>
            <a:endParaRPr lang="en-IN" sz="1067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16089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81742" y="410368"/>
            <a:ext cx="15113665" cy="876565"/>
          </a:xfrm>
        </p:spPr>
        <p:txBody>
          <a:bodyPr anchor="t">
            <a:normAutofit/>
          </a:bodyPr>
          <a:lstStyle>
            <a:lvl1pPr>
              <a:defRPr sz="3733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9997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5134" y="3749212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  <a:endParaRPr lang="en-IN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5131" y="6628109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55" indent="0">
              <a:buFontTx/>
              <a:buNone/>
              <a:defRPr/>
            </a:lvl2pPr>
            <a:lvl3pPr marL="1219110" indent="0">
              <a:buFontTx/>
              <a:buNone/>
              <a:defRPr/>
            </a:lvl3pPr>
            <a:lvl4pPr marL="1828664" indent="0">
              <a:buFontTx/>
              <a:buNone/>
              <a:defRPr/>
            </a:lvl4pPr>
            <a:lvl5pPr marL="2438218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3368" y="8341901"/>
            <a:ext cx="16029271" cy="725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/>
          </a:p>
        </p:txBody>
      </p:sp>
      <p:grpSp>
        <p:nvGrpSpPr>
          <p:cNvPr id="27" name="Logo">
            <a:extLst>
              <a:ext uri="{FF2B5EF4-FFF2-40B4-BE49-F238E27FC236}">
                <a16:creationId xmlns:a16="http://schemas.microsoft.com/office/drawing/2014/main" id="{3A065230-68F7-758A-449C-C0E9D9FF8414}"/>
              </a:ext>
            </a:extLst>
          </p:cNvPr>
          <p:cNvGrpSpPr/>
          <p:nvPr/>
        </p:nvGrpSpPr>
        <p:grpSpPr>
          <a:xfrm>
            <a:off x="795133" y="541805"/>
            <a:ext cx="3016475" cy="670096"/>
            <a:chOff x="10797898" y="6235376"/>
            <a:chExt cx="930940" cy="206804"/>
          </a:xfrm>
        </p:grpSpPr>
        <p:sp>
          <p:nvSpPr>
            <p:cNvPr id="28" name="Freeform: Shape 11">
              <a:extLst>
                <a:ext uri="{FF2B5EF4-FFF2-40B4-BE49-F238E27FC236}">
                  <a16:creationId xmlns:a16="http://schemas.microsoft.com/office/drawing/2014/main" id="{1246A27A-67DC-88DA-7E99-BD8FCE878250}"/>
                </a:ext>
              </a:extLst>
            </p:cNvPr>
            <p:cNvSpPr/>
            <p:nvPr/>
          </p:nvSpPr>
          <p:spPr>
            <a:xfrm>
              <a:off x="10797898" y="6241069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29" name="Freeform: Shape 12">
              <a:extLst>
                <a:ext uri="{FF2B5EF4-FFF2-40B4-BE49-F238E27FC236}">
                  <a16:creationId xmlns:a16="http://schemas.microsoft.com/office/drawing/2014/main" id="{2FC39FA9-B4BD-4E89-A253-2B70D7C57A8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0" name="Freeform: Shape 13">
              <a:extLst>
                <a:ext uri="{FF2B5EF4-FFF2-40B4-BE49-F238E27FC236}">
                  <a16:creationId xmlns:a16="http://schemas.microsoft.com/office/drawing/2014/main" id="{02C60B1A-4FB5-D732-7157-61ADD0589F56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1" name="Freeform: Shape 14">
              <a:extLst>
                <a:ext uri="{FF2B5EF4-FFF2-40B4-BE49-F238E27FC236}">
                  <a16:creationId xmlns:a16="http://schemas.microsoft.com/office/drawing/2014/main" id="{703F5C3A-DFAA-9131-14B4-9D7202F4B4E8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2" name="Freeform: Shape 15">
              <a:extLst>
                <a:ext uri="{FF2B5EF4-FFF2-40B4-BE49-F238E27FC236}">
                  <a16:creationId xmlns:a16="http://schemas.microsoft.com/office/drawing/2014/main" id="{CA802C14-EBFD-CFBE-99D8-49BC4D7368A9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3" name="Freeform: Shape 16">
              <a:extLst>
                <a:ext uri="{FF2B5EF4-FFF2-40B4-BE49-F238E27FC236}">
                  <a16:creationId xmlns:a16="http://schemas.microsoft.com/office/drawing/2014/main" id="{8154BE5B-2F05-FB6F-BC46-5131AC71856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4" name="Freeform: Shape 17">
              <a:extLst>
                <a:ext uri="{FF2B5EF4-FFF2-40B4-BE49-F238E27FC236}">
                  <a16:creationId xmlns:a16="http://schemas.microsoft.com/office/drawing/2014/main" id="{5FE7C0A1-186C-5020-5AAB-5FD9CD026FA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5" name="Freeform: Shape 18">
              <a:extLst>
                <a:ext uri="{FF2B5EF4-FFF2-40B4-BE49-F238E27FC236}">
                  <a16:creationId xmlns:a16="http://schemas.microsoft.com/office/drawing/2014/main" id="{F34AE91A-7473-8E25-38F9-3A2AA525A583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</p:grpSp>
    </p:spTree>
    <p:extLst>
      <p:ext uri="{BB962C8B-B14F-4D97-AF65-F5344CB8AC3E}">
        <p14:creationId xmlns:p14="http://schemas.microsoft.com/office/powerpoint/2010/main" val="3201672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-Brand 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4241" y="3292857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  <a:endParaRPr lang="en-IN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4417" y="5100901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55" indent="0">
              <a:buFontTx/>
              <a:buNone/>
              <a:defRPr/>
            </a:lvl2pPr>
            <a:lvl3pPr marL="1219110" indent="0">
              <a:buFontTx/>
              <a:buNone/>
              <a:defRPr/>
            </a:lvl3pPr>
            <a:lvl4pPr marL="1828664" indent="0">
              <a:buFontTx/>
              <a:buNone/>
              <a:defRPr/>
            </a:lvl4pPr>
            <a:lvl5pPr marL="2438218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3368" y="8341901"/>
            <a:ext cx="16029271" cy="725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/>
          </a:p>
        </p:txBody>
      </p:sp>
      <p:grpSp>
        <p:nvGrpSpPr>
          <p:cNvPr id="27" name="Logo">
            <a:extLst>
              <a:ext uri="{FF2B5EF4-FFF2-40B4-BE49-F238E27FC236}">
                <a16:creationId xmlns:a16="http://schemas.microsoft.com/office/drawing/2014/main" id="{3A065230-68F7-758A-449C-C0E9D9FF8414}"/>
              </a:ext>
            </a:extLst>
          </p:cNvPr>
          <p:cNvGrpSpPr/>
          <p:nvPr/>
        </p:nvGrpSpPr>
        <p:grpSpPr>
          <a:xfrm>
            <a:off x="795133" y="541805"/>
            <a:ext cx="3016475" cy="670096"/>
            <a:chOff x="10797898" y="6235376"/>
            <a:chExt cx="930940" cy="206804"/>
          </a:xfrm>
        </p:grpSpPr>
        <p:sp>
          <p:nvSpPr>
            <p:cNvPr id="28" name="Freeform: Shape 11">
              <a:extLst>
                <a:ext uri="{FF2B5EF4-FFF2-40B4-BE49-F238E27FC236}">
                  <a16:creationId xmlns:a16="http://schemas.microsoft.com/office/drawing/2014/main" id="{1246A27A-67DC-88DA-7E99-BD8FCE878250}"/>
                </a:ext>
              </a:extLst>
            </p:cNvPr>
            <p:cNvSpPr/>
            <p:nvPr/>
          </p:nvSpPr>
          <p:spPr>
            <a:xfrm>
              <a:off x="10797898" y="6241069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29" name="Freeform: Shape 12">
              <a:extLst>
                <a:ext uri="{FF2B5EF4-FFF2-40B4-BE49-F238E27FC236}">
                  <a16:creationId xmlns:a16="http://schemas.microsoft.com/office/drawing/2014/main" id="{2FC39FA9-B4BD-4E89-A253-2B70D7C57A8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0" name="Freeform: Shape 13">
              <a:extLst>
                <a:ext uri="{FF2B5EF4-FFF2-40B4-BE49-F238E27FC236}">
                  <a16:creationId xmlns:a16="http://schemas.microsoft.com/office/drawing/2014/main" id="{02C60B1A-4FB5-D732-7157-61ADD0589F56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1" name="Freeform: Shape 14">
              <a:extLst>
                <a:ext uri="{FF2B5EF4-FFF2-40B4-BE49-F238E27FC236}">
                  <a16:creationId xmlns:a16="http://schemas.microsoft.com/office/drawing/2014/main" id="{703F5C3A-DFAA-9131-14B4-9D7202F4B4E8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2" name="Freeform: Shape 15">
              <a:extLst>
                <a:ext uri="{FF2B5EF4-FFF2-40B4-BE49-F238E27FC236}">
                  <a16:creationId xmlns:a16="http://schemas.microsoft.com/office/drawing/2014/main" id="{CA802C14-EBFD-CFBE-99D8-49BC4D7368A9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3" name="Freeform: Shape 16">
              <a:extLst>
                <a:ext uri="{FF2B5EF4-FFF2-40B4-BE49-F238E27FC236}">
                  <a16:creationId xmlns:a16="http://schemas.microsoft.com/office/drawing/2014/main" id="{8154BE5B-2F05-FB6F-BC46-5131AC71856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4" name="Freeform: Shape 17">
              <a:extLst>
                <a:ext uri="{FF2B5EF4-FFF2-40B4-BE49-F238E27FC236}">
                  <a16:creationId xmlns:a16="http://schemas.microsoft.com/office/drawing/2014/main" id="{5FE7C0A1-186C-5020-5AAB-5FD9CD026FA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35" name="Freeform: Shape 18">
              <a:extLst>
                <a:ext uri="{FF2B5EF4-FFF2-40B4-BE49-F238E27FC236}">
                  <a16:creationId xmlns:a16="http://schemas.microsoft.com/office/drawing/2014/main" id="{F34AE91A-7473-8E25-38F9-3A2AA525A583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</p:grpSp>
      <p:cxnSp>
        <p:nvCxnSpPr>
          <p:cNvPr id="4" name="Straight Connector 3"/>
          <p:cNvCxnSpPr/>
          <p:nvPr/>
        </p:nvCxnSpPr>
        <p:spPr>
          <a:xfrm>
            <a:off x="4309128" y="680053"/>
            <a:ext cx="0" cy="393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806653" y="639905"/>
            <a:ext cx="1003087" cy="47390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/>
          </a:p>
        </p:txBody>
      </p:sp>
      <p:sp>
        <p:nvSpPr>
          <p:cNvPr id="5" name="Rectangle 4"/>
          <p:cNvSpPr/>
          <p:nvPr/>
        </p:nvSpPr>
        <p:spPr>
          <a:xfrm>
            <a:off x="4806653" y="733224"/>
            <a:ext cx="1003087" cy="256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67" b="1">
                <a:solidFill>
                  <a:schemeClr val="bg1"/>
                </a:solidFill>
              </a:rPr>
              <a:t>New Logo</a:t>
            </a:r>
            <a:endParaRPr lang="en-IN" sz="1067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16089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11856C2B-0140-A5B6-5C61-8BE675D20CC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6A9610-6B18-4138-A598-3C974F23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2" y="218308"/>
            <a:ext cx="15113665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5770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11856C2B-0140-A5B6-5C61-8BE675D20CC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6A9610-6B18-4138-A598-3C974F23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1" y="3941659"/>
            <a:ext cx="15113665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 sz="586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FC4AB75C-15A1-208E-D9F4-7125A6FE6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739" y="5676208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2"/>
                </a:solidFill>
              </a:defRPr>
            </a:lvl1pPr>
            <a:lvl2pPr marL="609491" indent="0">
              <a:buFontTx/>
              <a:buNone/>
              <a:defRPr/>
            </a:lvl2pPr>
            <a:lvl3pPr marL="1218990" indent="0">
              <a:buFontTx/>
              <a:buNone/>
              <a:defRPr/>
            </a:lvl3pPr>
            <a:lvl4pPr marL="1828482" indent="0">
              <a:buFontTx/>
              <a:buNone/>
              <a:defRPr/>
            </a:lvl4pPr>
            <a:lvl5pPr marL="2437978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</p:spTree>
    <p:extLst>
      <p:ext uri="{BB962C8B-B14F-4D97-AF65-F5344CB8AC3E}">
        <p14:creationId xmlns:p14="http://schemas.microsoft.com/office/powerpoint/2010/main" val="426383919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t's Eng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99445BD-02AF-5A42-6EF2-81DEEBD4411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6" y="3318524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Let’s engage</a:t>
            </a:r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5126568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  <p:pic>
        <p:nvPicPr>
          <p:cNvPr id="3" name="Picture 2" descr="Icon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9936B5B3-40BF-0C16-70E6-087203FB530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406" y="7401498"/>
            <a:ext cx="564524" cy="564524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hlinkClick r:id="rId5"/>
            <a:extLst>
              <a:ext uri="{FF2B5EF4-FFF2-40B4-BE49-F238E27FC236}">
                <a16:creationId xmlns:a16="http://schemas.microsoft.com/office/drawing/2014/main" id="{ABFF64A9-FB23-A4A7-2000-64FB9B71E38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614" y="7401498"/>
            <a:ext cx="564524" cy="564524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4783935F-109B-7213-19BA-9CC4204F3DFD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6434" y="7401498"/>
            <a:ext cx="564524" cy="564524"/>
          </a:xfrm>
          <a:prstGeom prst="rect">
            <a:avLst/>
          </a:prstGeom>
        </p:spPr>
      </p:pic>
      <p:pic>
        <p:nvPicPr>
          <p:cNvPr id="22" name="Picture 21" descr="Logo, icon&#10;&#10;Description automatically generated">
            <a:hlinkClick r:id="rId9"/>
            <a:extLst>
              <a:ext uri="{FF2B5EF4-FFF2-40B4-BE49-F238E27FC236}">
                <a16:creationId xmlns:a16="http://schemas.microsoft.com/office/drawing/2014/main" id="{7F0FE466-7DF0-C851-893A-9F92FFA4DFE7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1151" y="7401498"/>
            <a:ext cx="564524" cy="56452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0E2DFA2-6ED6-5180-48CF-8FF5BD139B45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7D438E7-1D8E-FB27-F4B2-C6343A61DA22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3E7219-CED5-8E40-011F-BBF371E5C6D7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8F92D48-5A0A-A4DE-3B16-698ED06A3B7F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78364ED-CDCB-506D-E056-F0A009D7968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002D2B-7D8F-CE1D-099A-F21826858985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9560BE7-80B6-0BD2-11D1-2EE6DD9AF0C7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2E805A9-5B66-C427-2ABD-024CEA9170EE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7D1FEEA-BB92-7CE7-88DA-D7A243F3C2B1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E06E8E6-6968-17C6-F21F-425D99596C3E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3AC6CD-8DB5-A991-1E22-0BA74554B568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2025DC-D554-8B9F-776A-B2789ECFE560}"/>
              </a:ext>
            </a:extLst>
          </p:cNvPr>
          <p:cNvSpPr txBox="1">
            <a:spLocks/>
          </p:cNvSpPr>
          <p:nvPr/>
        </p:nvSpPr>
        <p:spPr>
          <a:xfrm>
            <a:off x="996008" y="8614744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2025 | Confidential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ECB3820-B3F1-0404-1138-31B656B10CB8}"/>
              </a:ext>
            </a:extLst>
          </p:cNvPr>
          <p:cNvSpPr txBox="1">
            <a:spLocks/>
          </p:cNvSpPr>
          <p:nvPr/>
        </p:nvSpPr>
        <p:spPr>
          <a:xfrm>
            <a:off x="266955" y="8598360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476318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11856C2B-0140-A5B6-5C61-8BE675D20CC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6A9610-6B18-4138-A598-3C974F23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2" y="3941660"/>
            <a:ext cx="15113665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 sz="586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FC4AB75C-15A1-208E-D9F4-7125A6FE68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739" y="567620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2"/>
                </a:solidFill>
              </a:defRPr>
            </a:lvl1pPr>
            <a:lvl2pPr marL="609475" indent="0">
              <a:buFontTx/>
              <a:buNone/>
              <a:defRPr/>
            </a:lvl2pPr>
            <a:lvl3pPr marL="1218960" indent="0">
              <a:buFontTx/>
              <a:buNone/>
              <a:defRPr/>
            </a:lvl3pPr>
            <a:lvl4pPr marL="1828437" indent="0">
              <a:buFontTx/>
              <a:buNone/>
              <a:defRPr/>
            </a:lvl4pPr>
            <a:lvl5pPr marL="2437918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</p:spTree>
    <p:extLst>
      <p:ext uri="{BB962C8B-B14F-4D97-AF65-F5344CB8AC3E}">
        <p14:creationId xmlns:p14="http://schemas.microsoft.com/office/powerpoint/2010/main" val="426383919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t's Eng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99445BD-02AF-5A42-6EF2-81DEEBD4411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" y="-2403"/>
            <a:ext cx="10196545" cy="91464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7" y="3318524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Let’s engage</a:t>
            </a:r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5126569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55" indent="0">
              <a:buFontTx/>
              <a:buNone/>
              <a:defRPr/>
            </a:lvl2pPr>
            <a:lvl3pPr marL="1219110" indent="0">
              <a:buFontTx/>
              <a:buNone/>
              <a:defRPr/>
            </a:lvl3pPr>
            <a:lvl4pPr marL="1828664" indent="0">
              <a:buFontTx/>
              <a:buNone/>
              <a:defRPr/>
            </a:lvl4pPr>
            <a:lvl5pPr marL="2438218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  <p:pic>
        <p:nvPicPr>
          <p:cNvPr id="3" name="Picture 2" descr="Icon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9936B5B3-40BF-0C16-70E6-087203FB530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407" y="7401499"/>
            <a:ext cx="564524" cy="564524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hlinkClick r:id="rId5"/>
            <a:extLst>
              <a:ext uri="{FF2B5EF4-FFF2-40B4-BE49-F238E27FC236}">
                <a16:creationId xmlns:a16="http://schemas.microsoft.com/office/drawing/2014/main" id="{ABFF64A9-FB23-A4A7-2000-64FB9B71E38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615" y="7401499"/>
            <a:ext cx="564524" cy="564524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4783935F-109B-7213-19BA-9CC4204F3DFD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6435" y="7401499"/>
            <a:ext cx="564524" cy="564524"/>
          </a:xfrm>
          <a:prstGeom prst="rect">
            <a:avLst/>
          </a:prstGeom>
        </p:spPr>
      </p:pic>
      <p:pic>
        <p:nvPicPr>
          <p:cNvPr id="22" name="Picture 21" descr="Logo, icon&#10;&#10;Description automatically generated">
            <a:hlinkClick r:id="rId9"/>
            <a:extLst>
              <a:ext uri="{FF2B5EF4-FFF2-40B4-BE49-F238E27FC236}">
                <a16:creationId xmlns:a16="http://schemas.microsoft.com/office/drawing/2014/main" id="{7F0FE466-7DF0-C851-893A-9F92FFA4DFE7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1151" y="7401499"/>
            <a:ext cx="564524" cy="56452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0E2DFA2-6ED6-5180-48CF-8FF5BD139B45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7D438E7-1D8E-FB27-F4B2-C6343A61DA22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3E7219-CED5-8E40-011F-BBF371E5C6D7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8F92D48-5A0A-A4DE-3B16-698ED06A3B7F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78364ED-CDCB-506D-E056-F0A009D7968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002D2B-7D8F-CE1D-099A-F21826858985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9560BE7-80B6-0BD2-11D1-2EE6DD9AF0C7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2E805A9-5B66-C427-2ABD-024CEA9170EE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7D1FEEA-BB92-7CE7-88DA-D7A243F3C2B1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E06E8E6-6968-17C6-F21F-425D99596C3E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3AC6CD-8DB5-A991-1E22-0BA74554B568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2025DC-D554-8B9F-776A-B2789ECFE560}"/>
              </a:ext>
            </a:extLst>
          </p:cNvPr>
          <p:cNvSpPr txBox="1">
            <a:spLocks/>
          </p:cNvSpPr>
          <p:nvPr/>
        </p:nvSpPr>
        <p:spPr>
          <a:xfrm>
            <a:off x="996008" y="8614745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2025 | Confidential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ECB3820-B3F1-0404-1138-31B656B10CB8}"/>
              </a:ext>
            </a:extLst>
          </p:cNvPr>
          <p:cNvSpPr txBox="1">
            <a:spLocks/>
          </p:cNvSpPr>
          <p:nvPr/>
        </p:nvSpPr>
        <p:spPr>
          <a:xfrm>
            <a:off x="266955" y="8598361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4763180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7_ID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2F93FF1-3E20-F0CC-0EBE-550D8ECCB90F}"/>
              </a:ext>
            </a:extLst>
          </p:cNvPr>
          <p:cNvGrpSpPr/>
          <p:nvPr/>
        </p:nvGrpSpPr>
        <p:grpSpPr>
          <a:xfrm>
            <a:off x="16357288" y="40572"/>
            <a:ext cx="1803721" cy="2568517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C92C5B-A5FA-B93C-D905-B8A6AE5C71D9}"/>
                </a:ext>
              </a:extLst>
            </p:cNvPr>
            <p:cNvSpPr txBox="1"/>
            <p:nvPr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2A4B86-2612-8AEC-E955-8104F245F3D9}"/>
                </a:ext>
              </a:extLst>
            </p:cNvPr>
            <p:cNvSpPr/>
            <p:nvPr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3FE82-0580-1B5A-1777-DDA91D2887E8}"/>
                </a:ext>
              </a:extLst>
            </p:cNvPr>
            <p:cNvSpPr/>
            <p:nvPr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D04BA0-59E3-CC82-D0BB-D963F9AE2199}"/>
                </a:ext>
              </a:extLst>
            </p:cNvPr>
            <p:cNvSpPr/>
            <p:nvPr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BDF6DFE-4347-B97A-691C-163D38EBEED5}"/>
                </a:ext>
              </a:extLst>
            </p:cNvPr>
            <p:cNvSpPr/>
            <p:nvPr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/>
            </a:p>
          </p:txBody>
        </p:sp>
      </p:grp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2BA627A-B28C-789C-990E-3B1F53F8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12" y="206400"/>
            <a:ext cx="15503999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0" name="Graphic 1">
            <a:extLst>
              <a:ext uri="{FF2B5EF4-FFF2-40B4-BE49-F238E27FC236}">
                <a16:creationId xmlns:a16="http://schemas.microsoft.com/office/drawing/2014/main" id="{C72F4EE0-47B6-F2AC-A92D-B4B8BB91C344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9497DA-7C92-4A96-AA5F-465C4E518768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CB89D83-4FDB-8309-D2AB-1E638CC8A1CF}"/>
              </a:ext>
            </a:extLst>
          </p:cNvPr>
          <p:cNvSpPr txBox="1">
            <a:spLocks/>
          </p:cNvSpPr>
          <p:nvPr/>
        </p:nvSpPr>
        <p:spPr>
          <a:xfrm>
            <a:off x="996008" y="8614750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2023 | Confidential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A510E13-2D61-D32A-A396-67399C17236C}"/>
              </a:ext>
            </a:extLst>
          </p:cNvPr>
          <p:cNvGrpSpPr>
            <a:grpSpLocks noChangeAspect="1"/>
          </p:cNvGrpSpPr>
          <p:nvPr/>
        </p:nvGrpSpPr>
        <p:grpSpPr>
          <a:xfrm>
            <a:off x="14722173" y="8729923"/>
            <a:ext cx="1173235" cy="260628"/>
            <a:chOff x="10797898" y="6235376"/>
            <a:chExt cx="930940" cy="206804"/>
          </a:xfrm>
        </p:grpSpPr>
        <p:sp>
          <p:nvSpPr>
            <p:cNvPr id="15" name="Freeform: Shape 3">
              <a:extLst>
                <a:ext uri="{FF2B5EF4-FFF2-40B4-BE49-F238E27FC236}">
                  <a16:creationId xmlns:a16="http://schemas.microsoft.com/office/drawing/2014/main" id="{1EFBD597-9F1C-0009-7BAF-AAF2FFA17D45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16" name="Freeform: Shape 4">
              <a:extLst>
                <a:ext uri="{FF2B5EF4-FFF2-40B4-BE49-F238E27FC236}">
                  <a16:creationId xmlns:a16="http://schemas.microsoft.com/office/drawing/2014/main" id="{7146B0BC-73F4-1DCF-4014-6C9F518C94A0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17" name="Freeform: Shape 26">
              <a:extLst>
                <a:ext uri="{FF2B5EF4-FFF2-40B4-BE49-F238E27FC236}">
                  <a16:creationId xmlns:a16="http://schemas.microsoft.com/office/drawing/2014/main" id="{D15B2D19-BE77-A647-3B0B-6952F05563C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24" name="Freeform: Shape 27">
              <a:extLst>
                <a:ext uri="{FF2B5EF4-FFF2-40B4-BE49-F238E27FC236}">
                  <a16:creationId xmlns:a16="http://schemas.microsoft.com/office/drawing/2014/main" id="{7778F30B-A1F6-5B77-F9CE-829036BEF77B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25" name="Freeform: Shape 28">
              <a:extLst>
                <a:ext uri="{FF2B5EF4-FFF2-40B4-BE49-F238E27FC236}">
                  <a16:creationId xmlns:a16="http://schemas.microsoft.com/office/drawing/2014/main" id="{795BFBBE-A279-4339-ED37-94DEFD51FF74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26" name="Freeform: Shape 29">
              <a:extLst>
                <a:ext uri="{FF2B5EF4-FFF2-40B4-BE49-F238E27FC236}">
                  <a16:creationId xmlns:a16="http://schemas.microsoft.com/office/drawing/2014/main" id="{FDCE8091-2A41-077A-FD57-95E42C12F79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27" name="Freeform: Shape 30">
              <a:extLst>
                <a:ext uri="{FF2B5EF4-FFF2-40B4-BE49-F238E27FC236}">
                  <a16:creationId xmlns:a16="http://schemas.microsoft.com/office/drawing/2014/main" id="{217EE00D-31AE-0B43-1EA3-E5938E99254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28" name="Freeform: Shape 31">
              <a:extLst>
                <a:ext uri="{FF2B5EF4-FFF2-40B4-BE49-F238E27FC236}">
                  <a16:creationId xmlns:a16="http://schemas.microsoft.com/office/drawing/2014/main" id="{5095DA37-97DF-A2E6-081C-32E4722091A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</p:grpSp>
      <p:pic>
        <p:nvPicPr>
          <p:cNvPr id="29" name="Graphic 1">
            <a:extLst>
              <a:ext uri="{FF2B5EF4-FFF2-40B4-BE49-F238E27FC236}">
                <a16:creationId xmlns:a16="http://schemas.microsoft.com/office/drawing/2014/main" id="{C72F4EE0-47B6-F2AC-A92D-B4B8BB91C344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39497DA-7C92-4A96-AA5F-465C4E518768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2CB89D83-4FDB-8309-D2AB-1E638CC8A1CF}"/>
              </a:ext>
            </a:extLst>
          </p:cNvPr>
          <p:cNvSpPr txBox="1">
            <a:spLocks/>
          </p:cNvSpPr>
          <p:nvPr/>
        </p:nvSpPr>
        <p:spPr>
          <a:xfrm>
            <a:off x="996008" y="8614750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Coforge, 2023 | Confidential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A510E13-2D61-D32A-A396-67399C17236C}"/>
              </a:ext>
            </a:extLst>
          </p:cNvPr>
          <p:cNvGrpSpPr>
            <a:grpSpLocks noChangeAspect="1"/>
          </p:cNvGrpSpPr>
          <p:nvPr/>
        </p:nvGrpSpPr>
        <p:grpSpPr>
          <a:xfrm>
            <a:off x="14722173" y="8729923"/>
            <a:ext cx="1173235" cy="260628"/>
            <a:chOff x="10797898" y="6235376"/>
            <a:chExt cx="930940" cy="206804"/>
          </a:xfrm>
        </p:grpSpPr>
        <p:sp>
          <p:nvSpPr>
            <p:cNvPr id="34" name="Freeform: Shape 3">
              <a:extLst>
                <a:ext uri="{FF2B5EF4-FFF2-40B4-BE49-F238E27FC236}">
                  <a16:creationId xmlns:a16="http://schemas.microsoft.com/office/drawing/2014/main" id="{1EFBD597-9F1C-0009-7BAF-AAF2FFA17D45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5" name="Freeform: Shape 4">
              <a:extLst>
                <a:ext uri="{FF2B5EF4-FFF2-40B4-BE49-F238E27FC236}">
                  <a16:creationId xmlns:a16="http://schemas.microsoft.com/office/drawing/2014/main" id="{7146B0BC-73F4-1DCF-4014-6C9F518C94A0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6" name="Freeform: Shape 26">
              <a:extLst>
                <a:ext uri="{FF2B5EF4-FFF2-40B4-BE49-F238E27FC236}">
                  <a16:creationId xmlns:a16="http://schemas.microsoft.com/office/drawing/2014/main" id="{D15B2D19-BE77-A647-3B0B-6952F05563C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7" name="Freeform: Shape 27">
              <a:extLst>
                <a:ext uri="{FF2B5EF4-FFF2-40B4-BE49-F238E27FC236}">
                  <a16:creationId xmlns:a16="http://schemas.microsoft.com/office/drawing/2014/main" id="{7778F30B-A1F6-5B77-F9CE-829036BEF77B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8" name="Freeform: Shape 28">
              <a:extLst>
                <a:ext uri="{FF2B5EF4-FFF2-40B4-BE49-F238E27FC236}">
                  <a16:creationId xmlns:a16="http://schemas.microsoft.com/office/drawing/2014/main" id="{795BFBBE-A279-4339-ED37-94DEFD51FF74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39" name="Freeform: Shape 29">
              <a:extLst>
                <a:ext uri="{FF2B5EF4-FFF2-40B4-BE49-F238E27FC236}">
                  <a16:creationId xmlns:a16="http://schemas.microsoft.com/office/drawing/2014/main" id="{FDCE8091-2A41-077A-FD57-95E42C12F79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40" name="Freeform: Shape 30">
              <a:extLst>
                <a:ext uri="{FF2B5EF4-FFF2-40B4-BE49-F238E27FC236}">
                  <a16:creationId xmlns:a16="http://schemas.microsoft.com/office/drawing/2014/main" id="{217EE00D-31AE-0B43-1EA3-E5938E99254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41" name="Freeform: Shape 31">
              <a:extLst>
                <a:ext uri="{FF2B5EF4-FFF2-40B4-BE49-F238E27FC236}">
                  <a16:creationId xmlns:a16="http://schemas.microsoft.com/office/drawing/2014/main" id="{5095DA37-97DF-A2E6-081C-32E4722091A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AB5158E-17E6-B0A7-8C40-F48C1AB8F403}"/>
              </a:ext>
            </a:extLst>
          </p:cNvPr>
          <p:cNvSpPr txBox="1">
            <a:spLocks/>
          </p:cNvSpPr>
          <p:nvPr userDrawn="1"/>
        </p:nvSpPr>
        <p:spPr>
          <a:xfrm>
            <a:off x="1" y="8598366"/>
            <a:ext cx="814843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ct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6911584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CDAC-7F39-4859-9506-6B06B7DDB0E1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9FEFE-C1FD-4982-8308-2CFA06325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4915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773B626-C041-3BDB-DF50-7BCEF76C7E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-2403"/>
            <a:ext cx="10196545" cy="91464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5" y="3318524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B80327-1D0A-105F-08E8-57458D90D13D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247822C-8FC4-A887-759C-17711D99E1E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8CE96-D121-617B-12F9-04187952CA9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436A88-1027-4425-440A-3E531CCB55B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E97DF-212C-386E-F3A1-D59BBEA884BA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2DBAA6-E14F-76F8-8577-BC169D1F1A8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9C64C1-59E5-EA69-3C7E-7AA365537F02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6C1AD8-29BE-203C-BE54-A8E56B93164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7EE3D-94D7-10EF-0607-AE5229E0A98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5126567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85" indent="0">
              <a:buFontTx/>
              <a:buNone/>
              <a:defRPr/>
            </a:lvl2pPr>
            <a:lvl3pPr marL="1219170" indent="0">
              <a:buFontTx/>
              <a:buNone/>
              <a:defRPr/>
            </a:lvl3pPr>
            <a:lvl4pPr marL="1828754" indent="0">
              <a:buFontTx/>
              <a:buNone/>
              <a:defRPr/>
            </a:lvl4pPr>
            <a:lvl5pPr marL="2438339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167608597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773B626-C041-3BDB-DF50-7BCEF76C7E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6" y="3318524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B80327-1D0A-105F-08E8-57458D90D13D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247822C-8FC4-A887-759C-17711D99E1E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8CE96-D121-617B-12F9-04187952CA9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436A88-1027-4425-440A-3E531CCB55B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E97DF-212C-386E-F3A1-D59BBEA884BA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2DBAA6-E14F-76F8-8577-BC169D1F1A8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9C64C1-59E5-EA69-3C7E-7AA365537F02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6C1AD8-29BE-203C-BE54-A8E56B93164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7EE3D-94D7-10EF-0607-AE5229E0A98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5126568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167608597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2972-9DF7-C0B3-7687-9E3B2422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328AA4C-BB57-D0E6-08FE-435428B0D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740" y="1733636"/>
            <a:ext cx="15113667" cy="73788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</p:spTree>
    <p:extLst>
      <p:ext uri="{BB962C8B-B14F-4D97-AF65-F5344CB8AC3E}">
        <p14:creationId xmlns:p14="http://schemas.microsoft.com/office/powerpoint/2010/main" val="146898151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ID_Blank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0EC9FC-C41D-5312-9429-8A9BE7D007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E4302CF-EC18-33F1-09BB-A9CE92CE60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46ABD4-C87B-9710-966D-A4640C67C2F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722172" y="8729923"/>
            <a:ext cx="1173235" cy="260628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E63E7C-F522-3F53-8FE4-F433F76A6DBB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0B9B69-F580-EEE8-DAB2-3E5D23F163DC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FF4550-F37A-7996-D5C4-317180BF3BD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298CBE-B7BE-6AC0-FCDB-37DB0424C7E2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86BB9D-D0A8-506B-2E8C-E0C8E79085CA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1F4359-8BD8-7273-732D-6DEC8BCA1EBC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64284C-11A0-44E8-1405-B0843F56C87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FF138B-EE4A-A955-EE03-34D30929C4F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E4EF216-9D8E-34C4-39D5-2FC595FADBDE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8C1BB002-E493-06D2-F04F-42D7011CB00A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4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Tahoma" panose="020B0604030504040204" pitchFamily="34" charset="0"/>
              </a:rPr>
              <a:t>© Coforge, 2025 | Confidential</a:t>
            </a:r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3A64AAEF-0B6B-81C1-7357-572BEE78D011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60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Tahoma" panose="020B0604030504040204" pitchFamily="34" charset="0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4CC40D4-47F6-73FC-A17C-F6F8827C3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1408" y="1815029"/>
            <a:ext cx="9445305" cy="655789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>
              <a:defRPr sz="2400">
                <a:solidFill>
                  <a:schemeClr val="bg1"/>
                </a:solidFill>
                <a:latin typeface="Tahoma" panose="020B0604030504040204" pitchFamily="34" charset="0"/>
              </a:defRPr>
            </a:lvl2pPr>
            <a:lvl3pPr>
              <a:defRPr sz="2400">
                <a:solidFill>
                  <a:schemeClr val="bg1"/>
                </a:solidFill>
                <a:latin typeface="Tahoma" panose="020B0604030504040204" pitchFamily="34" charset="0"/>
              </a:defRPr>
            </a:lvl3pPr>
            <a:lvl4pPr>
              <a:defRPr sz="2400">
                <a:solidFill>
                  <a:schemeClr val="bg1"/>
                </a:solidFill>
                <a:latin typeface="Tahoma" panose="020B0604030504040204" pitchFamily="34" charset="0"/>
              </a:defRPr>
            </a:lvl4pPr>
            <a:lvl5pPr>
              <a:defRPr sz="2400">
                <a:solidFill>
                  <a:schemeClr val="bg1"/>
                </a:solidFill>
                <a:latin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487C7AF7-2D0A-C718-A3C9-D5A9E875A1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6548" y="1818894"/>
            <a:ext cx="5668049" cy="6461508"/>
          </a:xfrm>
        </p:spPr>
        <p:txBody>
          <a:bodyPr>
            <a:normAutofit/>
          </a:bodyPr>
          <a:lstStyle>
            <a:lvl1pPr algn="l">
              <a:defRPr sz="2400">
                <a:solidFill>
                  <a:schemeClr val="bg1"/>
                </a:solidFill>
                <a:latin typeface="Tahoma" panose="020B060403050404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0B9A29FF-B0A7-E740-1FFF-94056FB17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07012"/>
            <a:ext cx="15504000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  <a:latin typeface="Tahom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902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11045C3-A8E3-B5CA-AC45-3367A4E854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7883316"/>
            <a:ext cx="1405431" cy="12606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D9C0E5-ECE3-2C5F-FB93-FD3588DE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9FA382-BD5F-B047-6D9C-6E4B78B569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Coforge Corporate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68EB6-71F0-E510-4765-A732FF64F3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D6A2E5-54EF-45F4-940C-93C5F9E07F73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B145A28-3849-A59F-CC90-A5A9BF88C7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71110DC-32BC-D445-F48B-71E365A699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1586" y="1985325"/>
            <a:ext cx="15504583" cy="6295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81533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67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6933">
              <a:spcBef>
                <a:spcPts val="180"/>
              </a:spcBef>
            </a:pPr>
            <a:r>
              <a:rPr lang="en-US"/>
              <a:t>©</a:t>
            </a:r>
            <a:r>
              <a:rPr lang="en-US" spc="87"/>
              <a:t> </a:t>
            </a:r>
            <a:r>
              <a:rPr lang="en-US"/>
              <a:t>Coforge,</a:t>
            </a:r>
            <a:r>
              <a:rPr lang="en-US" spc="93"/>
              <a:t> </a:t>
            </a:r>
            <a:r>
              <a:rPr lang="en-US"/>
              <a:t>2024</a:t>
            </a:r>
            <a:r>
              <a:rPr lang="en-US" spc="100"/>
              <a:t> </a:t>
            </a:r>
            <a:r>
              <a:rPr lang="en-US"/>
              <a:t>|</a:t>
            </a:r>
            <a:r>
              <a:rPr lang="en-US" spc="87"/>
              <a:t> </a:t>
            </a:r>
            <a:r>
              <a:rPr lang="en-US" spc="-13"/>
              <a:t>Confidential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0799">
              <a:spcBef>
                <a:spcPts val="173"/>
              </a:spcBef>
            </a:pPr>
            <a:fld id="{81D60167-4931-47E6-BA6A-407CBD079E47}" type="slidenum">
              <a:rPr lang="en-US" spc="-33" smtClean="0"/>
              <a:pPr marL="50799">
                <a:spcBef>
                  <a:spcPts val="173"/>
                </a:spcBef>
              </a:pPr>
              <a:t>‹#›</a:t>
            </a:fld>
            <a:endParaRPr lang="en-US" spc="-33"/>
          </a:p>
        </p:txBody>
      </p:sp>
    </p:spTree>
    <p:extLst>
      <p:ext uri="{BB962C8B-B14F-4D97-AF65-F5344CB8AC3E}">
        <p14:creationId xmlns:p14="http://schemas.microsoft.com/office/powerpoint/2010/main" val="408417418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67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6933">
              <a:spcBef>
                <a:spcPts val="180"/>
              </a:spcBef>
            </a:pPr>
            <a:r>
              <a:rPr lang="en-US"/>
              <a:t>©</a:t>
            </a:r>
            <a:r>
              <a:rPr lang="en-US" spc="87"/>
              <a:t> </a:t>
            </a:r>
            <a:r>
              <a:rPr lang="en-US"/>
              <a:t>Coforge,</a:t>
            </a:r>
            <a:r>
              <a:rPr lang="en-US" spc="93"/>
              <a:t> </a:t>
            </a:r>
            <a:r>
              <a:rPr lang="en-US"/>
              <a:t>2024</a:t>
            </a:r>
            <a:r>
              <a:rPr lang="en-US" spc="100"/>
              <a:t> </a:t>
            </a:r>
            <a:r>
              <a:rPr lang="en-US"/>
              <a:t>|</a:t>
            </a:r>
            <a:r>
              <a:rPr lang="en-US" spc="87"/>
              <a:t> </a:t>
            </a:r>
            <a:r>
              <a:rPr lang="en-US" spc="-13"/>
              <a:t>Confidential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0797">
              <a:spcBef>
                <a:spcPts val="173"/>
              </a:spcBef>
            </a:pPr>
            <a:fld id="{81D60167-4931-47E6-BA6A-407CBD079E47}" type="slidenum">
              <a:rPr lang="en-US" spc="-33" smtClean="0"/>
              <a:pPr marL="50797">
                <a:spcBef>
                  <a:spcPts val="173"/>
                </a:spcBef>
              </a:pPr>
              <a:t>‹#›</a:t>
            </a:fld>
            <a:endParaRPr lang="en-US" spc="-33"/>
          </a:p>
        </p:txBody>
      </p:sp>
    </p:spTree>
    <p:extLst>
      <p:ext uri="{BB962C8B-B14F-4D97-AF65-F5344CB8AC3E}">
        <p14:creationId xmlns:p14="http://schemas.microsoft.com/office/powerpoint/2010/main" val="408417418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42">
            <a:extLst>
              <a:ext uri="{FF2B5EF4-FFF2-40B4-BE49-F238E27FC236}">
                <a16:creationId xmlns:a16="http://schemas.microsoft.com/office/drawing/2014/main" id="{BB02AC37-C121-4C10-A979-EA7BB17FCD9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85247" y="8532114"/>
            <a:ext cx="832512" cy="496713"/>
          </a:xfrm>
          <a:prstGeom prst="rect">
            <a:avLst/>
          </a:prstGeom>
        </p:spPr>
        <p:txBody>
          <a:bodyPr anchor="ctr"/>
          <a:lstStyle>
            <a:lvl1pPr algn="ctr">
              <a:defRPr sz="1556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44B53D-BE1C-4FC0-9692-CF263EA8F91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FEF0B-E72D-4FD9-AB90-6BC6C302A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18" y="212175"/>
            <a:ext cx="15842737" cy="743608"/>
          </a:xfrm>
          <a:prstGeom prst="rect">
            <a:avLst/>
          </a:prstGeom>
        </p:spPr>
        <p:txBody>
          <a:bodyPr/>
          <a:lstStyle>
            <a:lvl1pPr>
              <a:defRPr sz="2667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9349901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9FA382-BD5F-B047-6D9C-6E4B78B569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© Coforge, Shared In Confidence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68EB6-71F0-E510-4765-A732FF64F3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D6A2E5-54EF-45F4-940C-93C5F9E07F73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658741-F72D-C5B0-CB28-263CC5707E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586" y="484800"/>
            <a:ext cx="15472833" cy="1130576"/>
          </a:xfrm>
        </p:spPr>
        <p:txBody>
          <a:bodyPr>
            <a:normAutofit/>
          </a:bodyPr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r>
              <a:rPr lang="en-US"/>
              <a:t>Heading appears here in ‘</a:t>
            </a:r>
            <a:r>
              <a:rPr lang="en-US" err="1"/>
              <a:t>Anek</a:t>
            </a:r>
            <a:r>
              <a:rPr lang="en-US"/>
              <a:t> Light’.</a:t>
            </a:r>
            <a:br>
              <a:rPr lang="en-US"/>
            </a:br>
            <a:r>
              <a:rPr lang="en-US"/>
              <a:t>Do note that the entire slide is </a:t>
            </a:r>
            <a:r>
              <a:rPr lang="en-US" err="1"/>
              <a:t>colour</a:t>
            </a:r>
            <a:r>
              <a:rPr lang="en-US"/>
              <a:t> coded.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49985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4626AF-A637-0746-896F-A632A0EBB1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000" y="720000"/>
            <a:ext cx="13504000" cy="575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1">
                <a:solidFill>
                  <a:srgbClr val="09225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Insert Slide Title Here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51573C6F-15E7-C04B-878E-D2527AA2F1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00" y="1476000"/>
            <a:ext cx="7020000" cy="2664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0" anchor="ctr" anchorCtr="0"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A84BCD3-42A3-46F7-BB8E-1AAD2684602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2209801"/>
            <a:ext cx="13504000" cy="5146675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285744" indent="-285744">
              <a:lnSpc>
                <a:spcPct val="150000"/>
              </a:lnSpc>
              <a:buFont typeface="Wingdings" panose="05000000000000000000" pitchFamily="2" charset="2"/>
              <a:buChar char="§"/>
              <a:defRPr sz="2400">
                <a:solidFill>
                  <a:srgbClr val="808080"/>
                </a:solidFill>
              </a:defRPr>
            </a:lvl1pPr>
            <a:lvl2pPr marL="742932" indent="-285744">
              <a:lnSpc>
                <a:spcPct val="150000"/>
              </a:lnSpc>
              <a:buFont typeface="Wingdings" panose="05000000000000000000" pitchFamily="2" charset="2"/>
              <a:buChar char="§"/>
              <a:defRPr sz="2000">
                <a:solidFill>
                  <a:srgbClr val="808080"/>
                </a:solidFill>
              </a:defRPr>
            </a:lvl2pPr>
            <a:lvl3pPr marL="1200121" indent="-285744">
              <a:lnSpc>
                <a:spcPct val="150000"/>
              </a:lnSpc>
              <a:buFont typeface="Wingdings" panose="05000000000000000000" pitchFamily="2" charset="2"/>
              <a:buChar char="§"/>
              <a:defRPr sz="1800">
                <a:solidFill>
                  <a:srgbClr val="808080"/>
                </a:solidFill>
              </a:defRPr>
            </a:lvl3pPr>
            <a:lvl4pPr marL="1657309" indent="-285744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solidFill>
                  <a:srgbClr val="808080"/>
                </a:solidFill>
              </a:defRPr>
            </a:lvl4pPr>
            <a:lvl5pPr marL="2114498" indent="-285744">
              <a:lnSpc>
                <a:spcPct val="150000"/>
              </a:lnSpc>
              <a:buFont typeface="Wingdings" panose="05000000000000000000" pitchFamily="2" charset="2"/>
              <a:buChar char="§"/>
              <a:defRPr sz="140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59966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D20F2-8F3F-5E19-3EF3-2EB04121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733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08537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11856C2B-0140-A5B6-5C61-8BE675D20C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6A9610-6B18-4138-A598-3C974F23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0" y="218307"/>
            <a:ext cx="15113665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16320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480C507-6EB2-CCF9-870C-8684AC4124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1739" y="1804416"/>
            <a:ext cx="15114428" cy="6475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FF2628-ED62-950D-2E66-69E4E6F3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0" y="218307"/>
            <a:ext cx="15113665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75062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4626AF-A637-0746-896F-A632A0EBB1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000" y="720000"/>
            <a:ext cx="13504000" cy="575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400" b="1">
                <a:solidFill>
                  <a:srgbClr val="09225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7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Insert Slide Title Here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51573C6F-15E7-C04B-878E-D2527AA2F1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00" y="1476000"/>
            <a:ext cx="7020000" cy="2664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0" anchor="ctr" anchorCtr="0"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A84BCD3-42A3-46F7-BB8E-1AAD2684602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2209801"/>
            <a:ext cx="13504000" cy="5146675"/>
          </a:xfrm>
          <a:prstGeom prst="rect">
            <a:avLst/>
          </a:prstGeom>
        </p:spPr>
        <p:txBody>
          <a:bodyPr vert="horz" lIns="91440" tIns="91440" rIns="91440" bIns="91440" rtlCol="0">
            <a:noAutofit/>
          </a:bodyPr>
          <a:lstStyle>
            <a:lvl1pPr marL="285737" indent="-285737">
              <a:lnSpc>
                <a:spcPct val="150000"/>
              </a:lnSpc>
              <a:buFont typeface="Wingdings" panose="05000000000000000000" pitchFamily="2" charset="2"/>
              <a:buChar char="§"/>
              <a:defRPr sz="2400">
                <a:solidFill>
                  <a:srgbClr val="808080"/>
                </a:solidFill>
              </a:defRPr>
            </a:lvl1pPr>
            <a:lvl2pPr marL="742913" indent="-285737">
              <a:lnSpc>
                <a:spcPct val="150000"/>
              </a:lnSpc>
              <a:buFont typeface="Wingdings" panose="05000000000000000000" pitchFamily="2" charset="2"/>
              <a:buChar char="§"/>
              <a:defRPr sz="2000">
                <a:solidFill>
                  <a:srgbClr val="808080"/>
                </a:solidFill>
              </a:defRPr>
            </a:lvl2pPr>
            <a:lvl3pPr marL="1200091" indent="-285737">
              <a:lnSpc>
                <a:spcPct val="150000"/>
              </a:lnSpc>
              <a:buFont typeface="Wingdings" panose="05000000000000000000" pitchFamily="2" charset="2"/>
              <a:buChar char="§"/>
              <a:defRPr sz="1800">
                <a:solidFill>
                  <a:srgbClr val="808080"/>
                </a:solidFill>
              </a:defRPr>
            </a:lvl3pPr>
            <a:lvl4pPr marL="1657268" indent="-285737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solidFill>
                  <a:srgbClr val="808080"/>
                </a:solidFill>
              </a:defRPr>
            </a:lvl4pPr>
            <a:lvl5pPr marL="2114446" indent="-285737">
              <a:lnSpc>
                <a:spcPct val="150000"/>
              </a:lnSpc>
              <a:buFont typeface="Wingdings" panose="05000000000000000000" pitchFamily="2" charset="2"/>
              <a:buChar char="§"/>
              <a:defRPr sz="140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59966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light, blue, darkness, art&#10;&#10;Description automatically generated">
            <a:extLst>
              <a:ext uri="{FF2B5EF4-FFF2-40B4-BE49-F238E27FC236}">
                <a16:creationId xmlns:a16="http://schemas.microsoft.com/office/drawing/2014/main" id="{74A29AD5-A684-5E96-FF51-58114561FC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AA20DC0-2A3B-EDCF-A0C3-01B581599D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7C1067-8EB0-97B4-B630-DDD1AB0E8D4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840605" y="8748934"/>
            <a:ext cx="1054800" cy="234319"/>
            <a:chOff x="10797898" y="6235376"/>
            <a:chExt cx="930940" cy="20680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0E479C-1DD2-016B-0286-3EBCDC557C7D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B73A8B0-D84B-E81D-9506-0C49B39D3177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464703-44E6-3998-C1CA-68B8BFEF64A2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4D79483-3A19-E304-9149-3838274D5DAE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F27995-DBEC-AB38-71FF-FE6445295E30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BC535E-1351-F60D-10C9-C09B9939D820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A2EA9A-ADA2-8EFF-51CC-E47D72D75BF8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9C3FE2-DB70-16B6-F659-0C6D2AF56584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>
                <a:latin typeface="Tahoma" panose="020B0604030504040204" pitchFamily="34" charset="0"/>
              </a:endParaRP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A34D67-37C4-ECB3-AC47-E333227D00CD}"/>
              </a:ext>
            </a:extLst>
          </p:cNvPr>
          <p:cNvCxnSpPr/>
          <p:nvPr userDrawn="1"/>
        </p:nvCxnSpPr>
        <p:spPr>
          <a:xfrm>
            <a:off x="146263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989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6827" userDrawn="1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7D05-9965-8B8B-BE58-BAAA3852A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BA0A52-8AB8-903E-C3A7-EEA68EA66F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38DA1-C820-9A4F-3C4F-A13C6F1E00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D6A2E5-54EF-45F4-940C-93C5F9E07F73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480C507-6EB2-CCF9-870C-8684AC4124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1585" y="1985325"/>
            <a:ext cx="15504583" cy="62950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87409D-2A28-E224-DBCA-F1060F651E5D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83805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480C507-6EB2-CCF9-870C-8684AC4124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1739" y="1804416"/>
            <a:ext cx="15114428" cy="6475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FF2628-ED62-950D-2E66-69E4E6F3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1" y="218308"/>
            <a:ext cx="15113665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11986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480C507-6EB2-CCF9-870C-8684AC4124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1737" y="1804416"/>
            <a:ext cx="9191320" cy="647598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1D0D8B39-F4CE-3169-E1B0-ABAF242218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6547" y="218308"/>
            <a:ext cx="5699621" cy="8062093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icon to add picture</a:t>
            </a:r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72AFD-F0D1-B053-AA4C-63801FD31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1" y="218308"/>
            <a:ext cx="9191319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47267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11856C2B-0140-A5B6-5C61-8BE675D20C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6A9610-6B18-4138-A598-3C974F23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1" y="218308"/>
            <a:ext cx="15113665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03386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DD9CA00-C0FD-1939-1192-7E21A04C75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39" y="2609088"/>
            <a:ext cx="15114428" cy="56713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700A8B1-AE7D-1FA1-B0B0-17B1765DD6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740" y="1675097"/>
            <a:ext cx="15113667" cy="73788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94EB2-F600-8216-DF1F-82A6B3144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1" y="218308"/>
            <a:ext cx="15113665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86092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DD9CA00-C0FD-1939-1192-7E21A04C75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39" y="2609088"/>
            <a:ext cx="9252279" cy="567131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2574FD34-9DC6-1A7F-B21E-FE913A98C6D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96547" y="484800"/>
            <a:ext cx="5699621" cy="779560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icon to add picture</a:t>
            </a:r>
            <a:endParaRPr lang="en-IN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1CEC526-6305-E7A8-C59F-4BEC2ED546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741" y="1675097"/>
            <a:ext cx="9252279" cy="73788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0DBC21-B50D-BFE6-4E1B-718FE4825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0" y="218308"/>
            <a:ext cx="9252277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66144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92972-9DF7-C0B3-7687-9E3B2422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328AA4C-BB57-D0E6-08FE-435428B0D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740" y="1636100"/>
            <a:ext cx="15113667" cy="73788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</p:spTree>
    <p:extLst>
      <p:ext uri="{BB962C8B-B14F-4D97-AF65-F5344CB8AC3E}">
        <p14:creationId xmlns:p14="http://schemas.microsoft.com/office/powerpoint/2010/main" val="260561149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27451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D185B774-2A49-1714-39C4-36AAA66932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grpSp>
        <p:nvGrpSpPr>
          <p:cNvPr id="6" name="Logo">
            <a:extLst>
              <a:ext uri="{FF2B5EF4-FFF2-40B4-BE49-F238E27FC236}">
                <a16:creationId xmlns:a16="http://schemas.microsoft.com/office/drawing/2014/main" id="{E8EA6453-9CF1-9CEC-C7B1-0470890CE1D7}"/>
              </a:ext>
            </a:extLst>
          </p:cNvPr>
          <p:cNvGrpSpPr/>
          <p:nvPr/>
        </p:nvGrpSpPr>
        <p:grpSpPr>
          <a:xfrm>
            <a:off x="14850408" y="8741259"/>
            <a:ext cx="1044997" cy="232141"/>
            <a:chOff x="10797898" y="6235376"/>
            <a:chExt cx="930940" cy="20680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6D4324C-2193-57C6-446C-B8EEDC252A00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5041FF0-0E80-0543-F563-D686B0F7C33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B064FB-102A-7078-6BD9-79416314E36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0477C4A-177F-491D-8CC8-EB973D9C925B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1749831-DDE4-762A-F260-117878940596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0A159A4-D5E7-30F6-35B1-F0EE77575F2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D6C10E1-B823-40CA-D11C-E197DE60DE75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547232-A25A-20CA-8734-C765576B0C60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B9080E96-D581-682D-0141-31D228B95C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3841C298-5B94-4C2F-E1C0-3C387E73F9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4" y="2692089"/>
            <a:ext cx="13806376" cy="2217263"/>
          </a:xfrm>
        </p:spPr>
        <p:txBody>
          <a:bodyPr>
            <a:noAutofit/>
          </a:bodyPr>
          <a:lstStyle>
            <a:lvl1pPr>
              <a:defRPr sz="7200" b="0">
                <a:solidFill>
                  <a:schemeClr val="tx2"/>
                </a:solidFill>
              </a:defRPr>
            </a:lvl1pPr>
          </a:lstStyle>
          <a:p>
            <a:r>
              <a:rPr lang="en-US"/>
              <a:t>“Any famous quote by a person can appear here.”</a:t>
            </a:r>
            <a:endParaRPr lang="en-IN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41B9BCB-8DF5-2F68-06E4-0C5D6CC31F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126568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2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Name of the Author appears here.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09A91F-C027-FBAF-3B93-353E8C68FACD}"/>
              </a:ext>
            </a:extLst>
          </p:cNvPr>
          <p:cNvGrpSpPr/>
          <p:nvPr userDrawn="1"/>
        </p:nvGrpSpPr>
        <p:grpSpPr>
          <a:xfrm>
            <a:off x="16357281" y="40572"/>
            <a:ext cx="1803721" cy="2568517"/>
            <a:chOff x="12267959" y="30428"/>
            <a:chExt cx="1352791" cy="1926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D4013E-0025-49E0-6511-50711B94BCCD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FA30649-040E-76DF-E4B3-6FA735684DFB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913A981-7796-0810-7565-8C046D3C8685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4C58757-B01F-2E76-EEC4-9699D391CDB5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DAEB6CB-E284-5E99-836D-99401DEEA93A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BF4D458-66C9-5BA3-D270-2E2088DF7E05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B5EF3EC8-7001-0CC2-5094-241161EA6992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4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tx1"/>
                </a:solidFill>
                <a:latin typeface="+mj-lt"/>
              </a:rPr>
              <a:t>© </a:t>
            </a:r>
            <a:r>
              <a:rPr lang="en-IN" sz="1333" err="1">
                <a:solidFill>
                  <a:schemeClr val="tx1"/>
                </a:solidFill>
                <a:latin typeface="+mj-lt"/>
              </a:rPr>
              <a:t>Coforge</a:t>
            </a:r>
            <a:r>
              <a:rPr lang="en-IN" sz="1333">
                <a:solidFill>
                  <a:schemeClr val="tx1"/>
                </a:solidFill>
                <a:latin typeface="+mj-lt"/>
              </a:rPr>
              <a:t>, 2025 | Confidential</a:t>
            </a: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E1DB9E8E-DB3F-1D6F-CBAE-0C5726300678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60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9334505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Custom Layout">
    <p:bg>
      <p:bgPr>
        <a:solidFill>
          <a:srgbClr val="BBC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6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5901" y="8744404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BED9F9F-CECA-7081-2FA5-5BFE230DE60D}"/>
              </a:ext>
            </a:extLst>
          </p:cNvPr>
          <p:cNvGrpSpPr/>
          <p:nvPr userDrawn="1"/>
        </p:nvGrpSpPr>
        <p:grpSpPr>
          <a:xfrm>
            <a:off x="16357281" y="40572"/>
            <a:ext cx="1803721" cy="2568517"/>
            <a:chOff x="12267959" y="30428"/>
            <a:chExt cx="1352791" cy="19263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4913F2-28F2-6B9C-4EFF-913A82EDD46E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164E07D-909C-C72E-091F-5C329BD388D5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09FA35-94C1-A4C9-1AE7-80D9E3AE4073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1C057C-7C5C-DF1E-F24A-D154D5235CCA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A862D80-1E04-8C57-918E-6310E02FAE3D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B31F16-1702-5C42-6CF5-E47473FC1367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37C9CD1-39F0-9A01-43F2-28D1F54FE5CA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4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tx1"/>
                </a:solidFill>
                <a:latin typeface="+mj-lt"/>
              </a:rPr>
              <a:t>© </a:t>
            </a:r>
            <a:r>
              <a:rPr lang="en-IN" sz="1333" err="1">
                <a:solidFill>
                  <a:schemeClr val="tx1"/>
                </a:solidFill>
                <a:latin typeface="+mj-lt"/>
              </a:rPr>
              <a:t>Coforge</a:t>
            </a:r>
            <a:r>
              <a:rPr lang="en-IN" sz="1333">
                <a:solidFill>
                  <a:schemeClr val="tx1"/>
                </a:solidFill>
                <a:latin typeface="+mj-lt"/>
              </a:rPr>
              <a:t>, 2025 | Confidential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637F60D-47D7-3E8A-9AC4-C9BD2A051261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60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5173092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Custom Layout">
    <p:bg>
      <p:bgPr>
        <a:solidFill>
          <a:srgbClr val="FCC7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6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5901" y="8744404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BD9AC3A-FC6E-1111-CBD5-79571AE534E9}"/>
              </a:ext>
            </a:extLst>
          </p:cNvPr>
          <p:cNvGrpSpPr/>
          <p:nvPr userDrawn="1"/>
        </p:nvGrpSpPr>
        <p:grpSpPr>
          <a:xfrm>
            <a:off x="16357281" y="40572"/>
            <a:ext cx="1803721" cy="2568517"/>
            <a:chOff x="12267959" y="30428"/>
            <a:chExt cx="1352791" cy="192638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8A4D52C-A6D5-702A-8A65-CA857865B333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EC165F-E9A7-C586-51E1-0024694C8D18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4CFE0A4-BFB3-55FB-2E51-3516BE536D23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D9338A5-7F68-F079-23AA-211DFB416EC0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00361E-6969-5490-8861-67459D96FD83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F75B26-40D6-74B7-8BDD-70321B8A4108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BE92565-4651-E908-06E1-60602A21DE94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4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tx1"/>
                </a:solidFill>
                <a:latin typeface="+mj-lt"/>
              </a:rPr>
              <a:t>© </a:t>
            </a:r>
            <a:r>
              <a:rPr lang="en-IN" sz="1333" err="1">
                <a:solidFill>
                  <a:schemeClr val="tx1"/>
                </a:solidFill>
                <a:latin typeface="+mj-lt"/>
              </a:rPr>
              <a:t>Coforge</a:t>
            </a:r>
            <a:r>
              <a:rPr lang="en-IN" sz="1333">
                <a:solidFill>
                  <a:schemeClr val="tx1"/>
                </a:solidFill>
                <a:latin typeface="+mj-lt"/>
              </a:rPr>
              <a:t>, 2025 | Confidential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5E6FB8E6-E30E-EE13-AAAC-37A91C065F64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60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3340387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Custom Layout">
    <p:bg>
      <p:bgPr>
        <a:solidFill>
          <a:srgbClr val="FBC9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6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5901" y="8744404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546D56-B792-0FDF-6AB1-6FE69BA1DEEF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DF5E20F-5DEF-3E54-9FC1-ADC1249111C4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4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tx1"/>
                </a:solidFill>
                <a:latin typeface="+mj-lt"/>
              </a:rPr>
              <a:t>© </a:t>
            </a:r>
            <a:r>
              <a:rPr lang="en-IN" sz="1333" err="1">
                <a:solidFill>
                  <a:schemeClr val="tx1"/>
                </a:solidFill>
                <a:latin typeface="+mj-lt"/>
              </a:rPr>
              <a:t>Coforge</a:t>
            </a:r>
            <a:r>
              <a:rPr lang="en-IN" sz="1333">
                <a:solidFill>
                  <a:schemeClr val="tx1"/>
                </a:solidFill>
                <a:latin typeface="+mj-lt"/>
              </a:rPr>
              <a:t>, 2025 |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7A94884-F510-9310-C591-891D498C8F05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60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0901143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_Custom Layout">
    <p:bg>
      <p:bgPr>
        <a:solidFill>
          <a:srgbClr val="97D5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64538FBA-80DB-164F-8958-3F3634A74A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E9F96A-BF02-D477-B115-CC93455C7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5" y="2825056"/>
            <a:ext cx="15504000" cy="1931157"/>
          </a:xfrm>
        </p:spPr>
        <p:txBody>
          <a:bodyPr>
            <a:normAutofit/>
          </a:bodyPr>
          <a:lstStyle>
            <a:lvl1pPr>
              <a:defRPr sz="5867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7CFFDD7-C755-AB48-B419-8AFA7AF71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DD5069-E32A-72F0-5FC5-E9C591A1F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55901" y="8744404"/>
            <a:ext cx="1051991" cy="227457"/>
          </a:xfrm>
          <a:prstGeom prst="rect">
            <a:avLst/>
          </a:prstGeom>
        </p:spPr>
      </p:pic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B4A1DAEE-08B0-9F38-D980-9DFA7FFEE1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3" y="5021689"/>
            <a:ext cx="13806196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accent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 / short descriptor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AA79A41-09EC-658C-6DB8-8E7B9E16E62C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B5CCAA-AE36-07EB-3FFC-2881C2BCCA7A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4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tx1"/>
                </a:solidFill>
                <a:latin typeface="+mj-lt"/>
              </a:rPr>
              <a:t>© </a:t>
            </a:r>
            <a:r>
              <a:rPr lang="en-IN" sz="1333" err="1">
                <a:solidFill>
                  <a:schemeClr val="tx1"/>
                </a:solidFill>
                <a:latin typeface="+mj-lt"/>
              </a:rPr>
              <a:t>Coforge</a:t>
            </a:r>
            <a:r>
              <a:rPr lang="en-IN" sz="1333">
                <a:solidFill>
                  <a:schemeClr val="tx1"/>
                </a:solidFill>
                <a:latin typeface="+mj-lt"/>
              </a:rPr>
              <a:t>, 2025 | Confidential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81A507A-BFE3-3962-27D5-F9F72246D914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60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293544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99445BD-02AF-5A42-6EF2-81DEEBD441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6" y="3318524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5126568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C0E2DFA2-6ED6-5180-48CF-8FF5BD139B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7D438E7-1D8E-FB27-F4B2-C6343A61DA22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3E7219-CED5-8E40-011F-BBF371E5C6D7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8F92D48-5A0A-A4DE-3B16-698ED06A3B7F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78364ED-CDCB-506D-E056-F0A009D7968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002D2B-7D8F-CE1D-099A-F21826858985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9560BE7-80B6-0BD2-11D1-2EE6DD9AF0C7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2E805A9-5B66-C427-2ABD-024CEA9170EE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7D1FEEA-BB92-7CE7-88DA-D7A243F3C2B1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E06E8E6-6968-17C6-F21F-425D99596C3E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222169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et's eng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99445BD-02AF-5A42-6EF2-81DEEBD441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6" y="3318524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Let’s engage</a:t>
            </a:r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5126568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  <p:pic>
        <p:nvPicPr>
          <p:cNvPr id="3" name="Picture 2" descr="Icon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9936B5B3-40BF-0C16-70E6-087203FB530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06" y="7401498"/>
            <a:ext cx="564524" cy="564524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hlinkClick r:id="rId5"/>
            <a:extLst>
              <a:ext uri="{FF2B5EF4-FFF2-40B4-BE49-F238E27FC236}">
                <a16:creationId xmlns:a16="http://schemas.microsoft.com/office/drawing/2014/main" id="{ABFF64A9-FB23-A4A7-2000-64FB9B71E38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14" y="7401498"/>
            <a:ext cx="564524" cy="564524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4783935F-109B-7213-19BA-9CC4204F3D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6434" y="7401498"/>
            <a:ext cx="564524" cy="564524"/>
          </a:xfrm>
          <a:prstGeom prst="rect">
            <a:avLst/>
          </a:prstGeom>
        </p:spPr>
      </p:pic>
      <p:pic>
        <p:nvPicPr>
          <p:cNvPr id="22" name="Picture 21" descr="Logo, icon&#10;&#10;Description automatically generated">
            <a:hlinkClick r:id="rId9"/>
            <a:extLst>
              <a:ext uri="{FF2B5EF4-FFF2-40B4-BE49-F238E27FC236}">
                <a16:creationId xmlns:a16="http://schemas.microsoft.com/office/drawing/2014/main" id="{7F0FE466-7DF0-C851-893A-9F92FFA4DFE7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151" y="7401498"/>
            <a:ext cx="564524" cy="56452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0E2DFA2-6ED6-5180-48CF-8FF5BD139B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7D438E7-1D8E-FB27-F4B2-C6343A61DA22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3E7219-CED5-8E40-011F-BBF371E5C6D7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8F92D48-5A0A-A4DE-3B16-698ED06A3B7F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78364ED-CDCB-506D-E056-F0A009D79689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002D2B-7D8F-CE1D-099A-F21826858985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9560BE7-80B6-0BD2-11D1-2EE6DD9AF0C7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2E805A9-5B66-C427-2ABD-024CEA9170EE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7D1FEEA-BB92-7CE7-88DA-D7A243F3C2B1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E06E8E6-6968-17C6-F21F-425D99596C3E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3AC6CD-8DB5-A991-1E22-0BA74554B568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2025DC-D554-8B9F-776A-B2789ECFE560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4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</a:t>
            </a:r>
            <a:r>
              <a:rPr lang="en-IN" sz="1333" err="1">
                <a:solidFill>
                  <a:schemeClr val="bg1"/>
                </a:solidFill>
                <a:latin typeface="+mj-lt"/>
              </a:rPr>
              <a:t>Coforge</a:t>
            </a:r>
            <a:r>
              <a:rPr lang="en-IN" sz="1333">
                <a:solidFill>
                  <a:schemeClr val="bg1"/>
                </a:solidFill>
                <a:latin typeface="+mj-lt"/>
              </a:rPr>
              <a:t>, 2025 | Confidential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ECB3820-B3F1-0404-1138-31B656B10CB8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60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9360762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et's eng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773B626-C041-3BDB-DF50-7BCEF76C7E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6" y="3318524"/>
            <a:ext cx="9531751" cy="1645576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Let’s engage</a:t>
            </a:r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3B80327-1D0A-105F-08E8-57458D90D13D}"/>
              </a:ext>
            </a:extLst>
          </p:cNvPr>
          <p:cNvGrpSpPr>
            <a:grpSpLocks noChangeAspect="1"/>
          </p:cNvGrpSpPr>
          <p:nvPr/>
        </p:nvGrpSpPr>
        <p:grpSpPr>
          <a:xfrm>
            <a:off x="391405" y="766212"/>
            <a:ext cx="3120000" cy="693093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247822C-8FC4-A887-759C-17711D99E1E9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58CE96-D121-617B-12F9-04187952CA96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436A88-1027-4425-440A-3E531CCB55B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8E97DF-212C-386E-F3A1-D59BBEA884BA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A2DBAA6-E14F-76F8-8577-BC169D1F1A8E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9C64C1-59E5-EA69-3C7E-7AA365537F02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6C1AD8-29BE-203C-BE54-A8E56B93164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D7EE3D-94D7-10EF-0607-AE5229E0A98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97575" y="5126568"/>
            <a:ext cx="7525580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chemeClr val="bg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Presenter name</a:t>
            </a:r>
          </a:p>
        </p:txBody>
      </p:sp>
      <p:pic>
        <p:nvPicPr>
          <p:cNvPr id="3" name="Picture 2" descr="Icon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9936B5B3-40BF-0C16-70E6-087203FB530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06" y="7401498"/>
            <a:ext cx="564524" cy="564524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ABFF64A9-FB23-A4A7-2000-64FB9B71E38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14" y="7401498"/>
            <a:ext cx="564524" cy="564524"/>
          </a:xfrm>
          <a:prstGeom prst="rect">
            <a:avLst/>
          </a:prstGeom>
        </p:spPr>
      </p:pic>
      <p:pic>
        <p:nvPicPr>
          <p:cNvPr id="9" name="Picture 8">
            <a:hlinkClick r:id="rId8"/>
            <a:extLst>
              <a:ext uri="{FF2B5EF4-FFF2-40B4-BE49-F238E27FC236}">
                <a16:creationId xmlns:a16="http://schemas.microsoft.com/office/drawing/2014/main" id="{4783935F-109B-7213-19BA-9CC4204F3D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6434" y="7401498"/>
            <a:ext cx="564524" cy="564524"/>
          </a:xfrm>
          <a:prstGeom prst="rect">
            <a:avLst/>
          </a:prstGeom>
        </p:spPr>
      </p:pic>
      <p:pic>
        <p:nvPicPr>
          <p:cNvPr id="22" name="Picture 21" descr="Logo, icon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7F0FE466-7DF0-C851-893A-9F92FFA4DFE7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151" y="7401498"/>
            <a:ext cx="564524" cy="564524"/>
          </a:xfrm>
          <a:prstGeom prst="rect">
            <a:avLst/>
          </a:prstGeom>
        </p:spPr>
      </p:pic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58D222FC-8D38-3E01-441D-FA9D8D2BEF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1584" y="5126567"/>
            <a:ext cx="1680000" cy="1680000"/>
          </a:xfrm>
          <a:prstGeom prst="ellipse">
            <a:avLst/>
          </a:prstGeom>
          <a:solidFill>
            <a:srgbClr val="EBEBEB"/>
          </a:solidFill>
          <a:ln w="1905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67"/>
            </a:lvl1pPr>
          </a:lstStyle>
          <a:p>
            <a:r>
              <a:rPr lang="en-IN"/>
              <a:t>Presenter picture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9D8586-37BC-DC2A-8EEF-270C13A63BA6}"/>
              </a:ext>
            </a:extLst>
          </p:cNvPr>
          <p:cNvCxnSpPr/>
          <p:nvPr userDrawn="1"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510D4A95-8334-4A05-C62B-AE27A9064BD3}"/>
              </a:ext>
            </a:extLst>
          </p:cNvPr>
          <p:cNvSpPr txBox="1">
            <a:spLocks/>
          </p:cNvSpPr>
          <p:nvPr userDrawn="1"/>
        </p:nvSpPr>
        <p:spPr>
          <a:xfrm>
            <a:off x="996008" y="8614744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bg1"/>
                </a:solidFill>
                <a:latin typeface="+mj-lt"/>
              </a:rPr>
              <a:t>© </a:t>
            </a:r>
            <a:r>
              <a:rPr lang="en-IN" sz="1333" err="1">
                <a:solidFill>
                  <a:schemeClr val="bg1"/>
                </a:solidFill>
                <a:latin typeface="+mj-lt"/>
              </a:rPr>
              <a:t>Coforge</a:t>
            </a:r>
            <a:r>
              <a:rPr lang="en-IN" sz="1333">
                <a:solidFill>
                  <a:schemeClr val="bg1"/>
                </a:solidFill>
                <a:latin typeface="+mj-lt"/>
              </a:rPr>
              <a:t>, 2025 | Confidential</a:t>
            </a: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CA465294-2539-2A14-6443-9FE7357479BC}"/>
              </a:ext>
            </a:extLst>
          </p:cNvPr>
          <p:cNvSpPr txBox="1">
            <a:spLocks/>
          </p:cNvSpPr>
          <p:nvPr userDrawn="1"/>
        </p:nvSpPr>
        <p:spPr>
          <a:xfrm>
            <a:off x="266955" y="8598360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9719823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A420888-4B4C-79A3-6FA9-352BA87B66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272874-C46B-3B31-1BD0-F0495A9AF8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5" y="3726132"/>
            <a:ext cx="6202763" cy="1260685"/>
          </a:xfrm>
        </p:spPr>
        <p:txBody>
          <a:bodyPr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Agenda</a:t>
            </a:r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FDC4824-F24C-94D8-4956-C8C4C2F63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64ED26A-7137-E5C0-8293-8E35E84983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20" y="807016"/>
            <a:ext cx="8960387" cy="7313661"/>
          </a:xfrm>
          <a:noFill/>
        </p:spPr>
        <p:txBody>
          <a:bodyPr anchor="ctr">
            <a:normAutofit/>
          </a:bodyPr>
          <a:lstStyle>
            <a:lvl1pPr marL="603221" indent="-603221">
              <a:buFont typeface="+mj-lt"/>
              <a:buAutoNum type="arabicPeriod"/>
              <a:tabLst/>
              <a:defRPr sz="2667" b="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6557432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A420888-4B4C-79A3-6FA9-352BA87B66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" y="-2403"/>
            <a:ext cx="10196545" cy="914640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FDC4824-F24C-94D8-4956-C8C4C2F63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C64ED26A-7137-E5C0-8293-8E35E84983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405" y="807016"/>
            <a:ext cx="15504000" cy="7313661"/>
          </a:xfrm>
          <a:noFill/>
        </p:spPr>
        <p:txBody>
          <a:bodyPr anchor="ctr">
            <a:normAutofit/>
          </a:bodyPr>
          <a:lstStyle>
            <a:lvl1pPr marL="603221" indent="-603221">
              <a:buFont typeface="+mj-lt"/>
              <a:buAutoNum type="arabicPeriod"/>
              <a:tabLst/>
              <a:defRPr sz="2667" b="0">
                <a:solidFill>
                  <a:schemeClr val="tx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2116261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3131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A6A6A6"/>
                </a:solidFill>
                <a:latin typeface="Tahoma"/>
                <a:cs typeface="Tahoma"/>
              </a:defRPr>
            </a:lvl1pPr>
          </a:lstStyle>
          <a:p>
            <a:pPr marL="16933">
              <a:spcBef>
                <a:spcPts val="193"/>
              </a:spcBef>
            </a:pPr>
            <a:fld id="{81D60167-4931-47E6-BA6A-407CBD079E47}" type="slidenum">
              <a:rPr lang="en-US" smtClean="0"/>
              <a:pPr marL="16933">
                <a:spcBef>
                  <a:spcPts val="193"/>
                </a:spcBef>
              </a:pPr>
              <a:t>‹#›</a:t>
            </a:fld>
            <a:r>
              <a:rPr lang="en-US" spc="140"/>
              <a:t>  </a:t>
            </a:r>
            <a:r>
              <a:rPr lang="en-US" sz="1800" baseline="3086"/>
              <a:t>|</a:t>
            </a:r>
            <a:r>
              <a:rPr lang="en-US" sz="1800" spc="569" baseline="3086"/>
              <a:t> </a:t>
            </a:r>
            <a:r>
              <a:rPr lang="en-US" sz="1800" baseline="3086"/>
              <a:t>©</a:t>
            </a:r>
            <a:r>
              <a:rPr lang="en-US" sz="1800" spc="9" baseline="3086"/>
              <a:t> </a:t>
            </a:r>
            <a:r>
              <a:rPr lang="en-US" sz="1800" baseline="3086"/>
              <a:t>Coforge,</a:t>
            </a:r>
            <a:r>
              <a:rPr lang="en-US" sz="1800" spc="-49" baseline="3086"/>
              <a:t> </a:t>
            </a:r>
            <a:r>
              <a:rPr lang="en-US" sz="1800" baseline="3086"/>
              <a:t>2025</a:t>
            </a:r>
            <a:r>
              <a:rPr lang="en-US" sz="1800" spc="549" baseline="3086"/>
              <a:t> </a:t>
            </a:r>
            <a:r>
              <a:rPr lang="en-US" sz="1800" baseline="3086"/>
              <a:t>|</a:t>
            </a:r>
            <a:r>
              <a:rPr lang="en-US" sz="1800" spc="-49" baseline="3086"/>
              <a:t> </a:t>
            </a:r>
            <a:r>
              <a:rPr lang="en-US" sz="1800" spc="-20" baseline="3086"/>
              <a:t>Confidential</a:t>
            </a:r>
            <a:endParaRPr lang="en-US" sz="1800" baseline="3086"/>
          </a:p>
        </p:txBody>
      </p:sp>
    </p:spTree>
    <p:extLst>
      <p:ext uri="{BB962C8B-B14F-4D97-AF65-F5344CB8AC3E}">
        <p14:creationId xmlns:p14="http://schemas.microsoft.com/office/powerpoint/2010/main" val="419606567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F5DDCEDB-866C-27E2-FF3E-0870C048C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695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3131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38200" y="2616235"/>
            <a:ext cx="3581400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3131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2344402" y="2616235"/>
            <a:ext cx="3568700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3131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A6A6A6"/>
                </a:solidFill>
                <a:latin typeface="Tahoma"/>
                <a:cs typeface="Tahoma"/>
              </a:defRPr>
            </a:lvl1pPr>
          </a:lstStyle>
          <a:p>
            <a:pPr marL="16933">
              <a:spcBef>
                <a:spcPts val="193"/>
              </a:spcBef>
            </a:pPr>
            <a:fld id="{81D60167-4931-47E6-BA6A-407CBD079E47}" type="slidenum">
              <a:rPr lang="en-US" smtClean="0"/>
              <a:pPr marL="16933">
                <a:spcBef>
                  <a:spcPts val="193"/>
                </a:spcBef>
              </a:pPr>
              <a:t>‹#›</a:t>
            </a:fld>
            <a:r>
              <a:rPr lang="en-US" spc="140"/>
              <a:t>  </a:t>
            </a:r>
            <a:r>
              <a:rPr lang="en-US" sz="1800" baseline="3086"/>
              <a:t>|</a:t>
            </a:r>
            <a:r>
              <a:rPr lang="en-US" sz="1800" spc="569" baseline="3086"/>
              <a:t> </a:t>
            </a:r>
            <a:r>
              <a:rPr lang="en-US" sz="1800" baseline="3086"/>
              <a:t>©</a:t>
            </a:r>
            <a:r>
              <a:rPr lang="en-US" sz="1800" spc="9" baseline="3086"/>
              <a:t> </a:t>
            </a:r>
            <a:r>
              <a:rPr lang="en-US" sz="1800" baseline="3086"/>
              <a:t>Coforge,</a:t>
            </a:r>
            <a:r>
              <a:rPr lang="en-US" sz="1800" spc="-49" baseline="3086"/>
              <a:t> </a:t>
            </a:r>
            <a:r>
              <a:rPr lang="en-US" sz="1800" baseline="3086"/>
              <a:t>2025</a:t>
            </a:r>
            <a:r>
              <a:rPr lang="en-US" sz="1800" spc="549" baseline="3086"/>
              <a:t> </a:t>
            </a:r>
            <a:r>
              <a:rPr lang="en-US" sz="1800" baseline="3086"/>
              <a:t>|</a:t>
            </a:r>
            <a:r>
              <a:rPr lang="en-US" sz="1800" spc="-49" baseline="3086"/>
              <a:t> </a:t>
            </a:r>
            <a:r>
              <a:rPr lang="en-US" sz="1800" spc="-20" baseline="3086"/>
              <a:t>Confidential</a:t>
            </a:r>
            <a:endParaRPr lang="en-US" sz="1800" baseline="3086"/>
          </a:p>
        </p:txBody>
      </p:sp>
    </p:spTree>
    <p:extLst>
      <p:ext uri="{BB962C8B-B14F-4D97-AF65-F5344CB8AC3E}">
        <p14:creationId xmlns:p14="http://schemas.microsoft.com/office/powerpoint/2010/main" val="272020645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9C6A9BE-7A3B-4A18-BEE0-7666ECA27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017" y="3198540"/>
            <a:ext cx="16076328" cy="693019"/>
          </a:xfrm>
          <a:prstGeom prst="rect">
            <a:avLst/>
          </a:prstGeom>
        </p:spPr>
        <p:txBody>
          <a:bodyPr/>
          <a:lstStyle>
            <a:lvl1pPr>
              <a:defRPr sz="4267" b="1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94604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D_Title_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EF71A84-576E-C4EB-18CB-859FAD5F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406" y="3318524"/>
            <a:ext cx="9531751" cy="1645576"/>
          </a:xfrm>
        </p:spPr>
        <p:txBody>
          <a:bodyPr>
            <a:noAutofit/>
          </a:bodyPr>
          <a:lstStyle>
            <a:lvl1pPr>
              <a:defRPr sz="80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</a:t>
            </a:r>
            <a:endParaRPr lang="en-IN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CA2DA4E-4F1C-11D3-9EC5-D14223B109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584" y="5126568"/>
            <a:ext cx="9531552" cy="1873251"/>
          </a:xfrm>
          <a:noFill/>
        </p:spPr>
        <p:txBody>
          <a:bodyPr>
            <a:normAutofit/>
          </a:bodyPr>
          <a:lstStyle>
            <a:lvl1pPr marL="0" indent="0">
              <a:buFontTx/>
              <a:buNone/>
              <a:defRPr sz="3733" b="1">
                <a:solidFill>
                  <a:schemeClr val="bg1"/>
                </a:solidFill>
              </a:defRPr>
            </a:lvl1pPr>
            <a:lvl2pPr marL="609570" indent="0">
              <a:buFontTx/>
              <a:buNone/>
              <a:defRPr/>
            </a:lvl2pPr>
            <a:lvl3pPr marL="1219140" indent="0">
              <a:buFontTx/>
              <a:buNone/>
              <a:defRPr/>
            </a:lvl3pPr>
            <a:lvl4pPr marL="1828709" indent="0">
              <a:buFontTx/>
              <a:buNone/>
              <a:defRPr/>
            </a:lvl4pPr>
            <a:lvl5pPr marL="2438278" indent="0">
              <a:buFontTx/>
              <a:buNone/>
              <a:defRPr/>
            </a:lvl5pPr>
          </a:lstStyle>
          <a:p>
            <a:pPr lvl="0"/>
            <a:r>
              <a:rPr lang="en-US"/>
              <a:t>Sub-title</a:t>
            </a:r>
          </a:p>
        </p:txBody>
      </p:sp>
    </p:spTree>
    <p:extLst>
      <p:ext uri="{BB962C8B-B14F-4D97-AF65-F5344CB8AC3E}">
        <p14:creationId xmlns:p14="http://schemas.microsoft.com/office/powerpoint/2010/main" val="4230679237"/>
      </p:ext>
    </p:extLst>
  </p:cSld>
  <p:clrMapOvr>
    <a:masterClrMapping/>
  </p:clrMapOvr>
  <p:hf hdr="0" dt="0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D20F2-8F3F-5E19-3EF3-2EB04121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733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33371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354C843-F8F2-1106-59D3-49628AA60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1" y="218308"/>
            <a:ext cx="15113665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65812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ID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AEDFAF9-E779-8824-F4AE-F140C13BB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0400" y="1373456"/>
            <a:ext cx="14548104" cy="287259"/>
          </a:xfrm>
        </p:spPr>
        <p:txBody>
          <a:bodyPr wrap="square" t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867" b="0" i="0">
                <a:solidFill>
                  <a:schemeClr val="bg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2414E9F7-D9F0-6C3F-B316-1D75127C0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400" y="912002"/>
            <a:ext cx="14548104" cy="443199"/>
          </a:xfrm>
          <a:prstGeom prst="rect">
            <a:avLst/>
          </a:prstGeom>
        </p:spPr>
        <p:txBody>
          <a:bodyPr vert="horz" wrap="square" lIns="0" tIns="0" rIns="91440" bIns="0" rtlCol="0" anchor="t">
            <a:spAutoFit/>
          </a:bodyPr>
          <a:lstStyle>
            <a:lvl1pPr>
              <a:defRPr sz="3200" b="1" kern="100" spc="-4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FBF6C2C-148C-1F0A-8A20-79345BA6CB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4401" y="606144"/>
            <a:ext cx="14548104" cy="205184"/>
          </a:xfrm>
        </p:spPr>
        <p:txBody>
          <a:bodyPr wrap="square" t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33" b="0" i="0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DESCRIPTOR / SUB-HEADING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37E7BAB-B3F1-6740-4EA2-8D37BADB45D5}"/>
              </a:ext>
            </a:extLst>
          </p:cNvPr>
          <p:cNvSpPr/>
          <p:nvPr userDrawn="1"/>
        </p:nvSpPr>
        <p:spPr>
          <a:xfrm flipH="1">
            <a:off x="-20351" y="207146"/>
            <a:ext cx="616435" cy="1208365"/>
          </a:xfrm>
          <a:custGeom>
            <a:avLst/>
            <a:gdLst>
              <a:gd name="connsiteX0" fmla="*/ 420959 w 420958"/>
              <a:gd name="connsiteY0" fmla="*/ 825184 h 825183"/>
              <a:gd name="connsiteX1" fmla="*/ 420959 w 420958"/>
              <a:gd name="connsiteY1" fmla="*/ 632490 h 825183"/>
              <a:gd name="connsiteX2" fmla="*/ 241868 w 420958"/>
              <a:gd name="connsiteY2" fmla="*/ 412489 h 825183"/>
              <a:gd name="connsiteX3" fmla="*/ 420959 w 420958"/>
              <a:gd name="connsiteY3" fmla="*/ 192488 h 825183"/>
              <a:gd name="connsiteX4" fmla="*/ 420959 w 420958"/>
              <a:gd name="connsiteY4" fmla="*/ 0 h 825183"/>
              <a:gd name="connsiteX5" fmla="*/ 0 w 420958"/>
              <a:gd name="connsiteY5" fmla="*/ 412489 h 825183"/>
              <a:gd name="connsiteX6" fmla="*/ 420959 w 420958"/>
              <a:gd name="connsiteY6" fmla="*/ 825184 h 825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0958" h="825183">
                <a:moveTo>
                  <a:pt x="420959" y="825184"/>
                </a:moveTo>
                <a:lnTo>
                  <a:pt x="420959" y="632490"/>
                </a:lnTo>
                <a:cubicBezTo>
                  <a:pt x="317220" y="619298"/>
                  <a:pt x="241868" y="539172"/>
                  <a:pt x="241868" y="412489"/>
                </a:cubicBezTo>
                <a:cubicBezTo>
                  <a:pt x="241868" y="285806"/>
                  <a:pt x="317169" y="205680"/>
                  <a:pt x="420959" y="192488"/>
                </a:cubicBezTo>
                <a:lnTo>
                  <a:pt x="420959" y="0"/>
                </a:lnTo>
                <a:cubicBezTo>
                  <a:pt x="176319" y="13910"/>
                  <a:pt x="0" y="180836"/>
                  <a:pt x="0" y="412489"/>
                </a:cubicBezTo>
                <a:cubicBezTo>
                  <a:pt x="0" y="644142"/>
                  <a:pt x="175241" y="812248"/>
                  <a:pt x="420959" y="825184"/>
                </a:cubicBezTo>
                <a:close/>
              </a:path>
            </a:pathLst>
          </a:custGeom>
          <a:solidFill>
            <a:srgbClr val="EBEBEB">
              <a:alpha val="70000"/>
            </a:srgbClr>
          </a:solidFill>
          <a:ln w="509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3196"/>
          </a:p>
        </p:txBody>
      </p:sp>
    </p:spTree>
    <p:extLst>
      <p:ext uri="{BB962C8B-B14F-4D97-AF65-F5344CB8AC3E}">
        <p14:creationId xmlns:p14="http://schemas.microsoft.com/office/powerpoint/2010/main" val="3881381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D20F2-8F3F-5E19-3EF3-2EB04121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733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001BB6F-B400-7604-BE1C-45293A4BEAA5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1405" y="1534932"/>
            <a:ext cx="6768000" cy="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677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26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33" Type="http://schemas.openxmlformats.org/officeDocument/2006/relationships/image" Target="../media/image2.svg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56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32" Type="http://schemas.openxmlformats.org/officeDocument/2006/relationships/image" Target="../media/image19.svg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28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Relationship Id="rId27" Type="http://schemas.openxmlformats.org/officeDocument/2006/relationships/slideLayout" Target="../slideLayouts/slideLayout54.xml"/><Relationship Id="rId30" Type="http://schemas.openxmlformats.org/officeDocument/2006/relationships/slideLayout" Target="../slideLayouts/slideLayout57.xml"/><Relationship Id="rId8" Type="http://schemas.openxmlformats.org/officeDocument/2006/relationships/slideLayout" Target="../slideLayouts/slideLayout3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83.xml"/><Relationship Id="rId3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78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82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7.xml"/><Relationship Id="rId29" Type="http://schemas.openxmlformats.org/officeDocument/2006/relationships/theme" Target="../theme/theme3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31" Type="http://schemas.openxmlformats.org/officeDocument/2006/relationships/image" Target="../media/image2.svg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9.xml"/><Relationship Id="rId27" Type="http://schemas.openxmlformats.org/officeDocument/2006/relationships/slideLayout" Target="../slideLayouts/slideLayout84.xml"/><Relationship Id="rId30" Type="http://schemas.openxmlformats.org/officeDocument/2006/relationships/image" Target="../media/image19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8.xml"/><Relationship Id="rId18" Type="http://schemas.openxmlformats.org/officeDocument/2006/relationships/slideLayout" Target="../slideLayouts/slideLayout103.xml"/><Relationship Id="rId26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7.xml"/><Relationship Id="rId17" Type="http://schemas.openxmlformats.org/officeDocument/2006/relationships/slideLayout" Target="../slideLayouts/slideLayout102.xml"/><Relationship Id="rId25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101.xml"/><Relationship Id="rId20" Type="http://schemas.openxmlformats.org/officeDocument/2006/relationships/slideLayout" Target="../slideLayouts/slideLayout105.xml"/><Relationship Id="rId29" Type="http://schemas.openxmlformats.org/officeDocument/2006/relationships/image" Target="../media/image2.svg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6.xml"/><Relationship Id="rId24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90.xml"/><Relationship Id="rId15" Type="http://schemas.openxmlformats.org/officeDocument/2006/relationships/slideLayout" Target="../slideLayouts/slideLayout100.xml"/><Relationship Id="rId23" Type="http://schemas.openxmlformats.org/officeDocument/2006/relationships/slideLayout" Target="../slideLayouts/slideLayout108.xml"/><Relationship Id="rId28" Type="http://schemas.openxmlformats.org/officeDocument/2006/relationships/image" Target="../media/image19.svg"/><Relationship Id="rId10" Type="http://schemas.openxmlformats.org/officeDocument/2006/relationships/slideLayout" Target="../slideLayouts/slideLayout95.xml"/><Relationship Id="rId19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9.xml"/><Relationship Id="rId22" Type="http://schemas.openxmlformats.org/officeDocument/2006/relationships/slideLayout" Target="../slideLayouts/slideLayout107.xml"/><Relationship Id="rId2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9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2BA627A-B28C-789C-990E-3B1F53F8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06" y="206400"/>
            <a:ext cx="15503999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138C0DF-603C-2744-FED7-92DBFA303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1406" y="1818893"/>
            <a:ext cx="15503999" cy="6501599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72F4EE0-47B6-F2AC-A92D-B4B8BB91C3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113D18F-E541-3AC4-E3E9-6EDDF913793A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D4105A-CDE7-74A0-ADA6-4E4A0A7135FD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A14573-24DF-33D3-7EC8-5AEE8E36DCF5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7C36C9E-0D1B-F2F2-AF72-11829994B38A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27272F-1FC1-D499-BB49-7480A6194883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6B85181-A0F3-DD97-20FA-9DC0F9DBF524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9497DA-7C92-4A96-AA5F-465C4E518768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CB89D83-4FDB-8309-D2AB-1E638CC8A1CF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 dirty="0">
                <a:solidFill>
                  <a:schemeClr val="bg1"/>
                </a:solidFill>
                <a:latin typeface="+mj-lt"/>
              </a:rPr>
              <a:t>© Coforge, 2026 | Confidential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0BE9D8D4-3ACF-F9F8-3172-2D7A0B8E055C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510E13-2D61-D32A-A396-67399C17236C}"/>
              </a:ext>
            </a:extLst>
          </p:cNvPr>
          <p:cNvGrpSpPr>
            <a:grpSpLocks noChangeAspect="1"/>
          </p:cNvGrpSpPr>
          <p:nvPr/>
        </p:nvGrpSpPr>
        <p:grpSpPr>
          <a:xfrm>
            <a:off x="14722171" y="8729922"/>
            <a:ext cx="1173235" cy="260628"/>
            <a:chOff x="10797898" y="6235376"/>
            <a:chExt cx="930940" cy="206804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EFBD597-9F1C-0009-7BAF-AAF2FFA17D45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146B0BC-73F4-1DCF-4014-6C9F518C94A0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15B2D19-BE77-A647-3B0B-6952F05563C8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778F30B-A1F6-5B77-F9CE-829036BEF77B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5BFBBE-A279-4339-ED37-94DEFD51FF74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CE8091-2A41-077A-FD57-95E42C12F79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7EE00D-31AE-0B43-1EA3-E5938E992542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095DA37-97DF-A2E6-081C-32E4722091AF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chemeClr val="bg1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80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0" r:id="rId1"/>
    <p:sldLayoutId id="2147484071" r:id="rId2"/>
    <p:sldLayoutId id="2147484072" r:id="rId3"/>
    <p:sldLayoutId id="2147484073" r:id="rId4"/>
    <p:sldLayoutId id="2147484074" r:id="rId5"/>
    <p:sldLayoutId id="2147484075" r:id="rId6"/>
    <p:sldLayoutId id="2147484076" r:id="rId7"/>
    <p:sldLayoutId id="2147484077" r:id="rId8"/>
    <p:sldLayoutId id="2147484078" r:id="rId9"/>
    <p:sldLayoutId id="2147484079" r:id="rId10"/>
    <p:sldLayoutId id="2147484080" r:id="rId11"/>
    <p:sldLayoutId id="2147484081" r:id="rId12"/>
    <p:sldLayoutId id="2147484082" r:id="rId13"/>
    <p:sldLayoutId id="2147484083" r:id="rId14"/>
    <p:sldLayoutId id="2147484084" r:id="rId15"/>
    <p:sldLayoutId id="2147484085" r:id="rId16"/>
    <p:sldLayoutId id="2147484086" r:id="rId17"/>
    <p:sldLayoutId id="2147484087" r:id="rId18"/>
    <p:sldLayoutId id="2147484088" r:id="rId19"/>
    <p:sldLayoutId id="2147484089" r:id="rId20"/>
    <p:sldLayoutId id="2147484090" r:id="rId21"/>
    <p:sldLayoutId id="2147484091" r:id="rId22"/>
    <p:sldLayoutId id="2147484092" r:id="rId23"/>
    <p:sldLayoutId id="2147484093" r:id="rId24"/>
    <p:sldLayoutId id="2147484094" r:id="rId25"/>
    <p:sldLayoutId id="2147484095" r:id="rId26"/>
    <p:sldLayoutId id="2147484127" r:id="rId27"/>
  </p:sldLayoutIdLst>
  <p:hf hd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4267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5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2BA627A-B28C-789C-990E-3B1F53F8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0" y="218307"/>
            <a:ext cx="15113665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138C0DF-603C-2744-FED7-92DBFA303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740" y="1818893"/>
            <a:ext cx="15113665" cy="6501599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3A065230-68F7-758A-449C-C0E9D9FF8414}"/>
              </a:ext>
            </a:extLst>
          </p:cNvPr>
          <p:cNvGrpSpPr/>
          <p:nvPr/>
        </p:nvGrpSpPr>
        <p:grpSpPr>
          <a:xfrm>
            <a:off x="14850408" y="8741258"/>
            <a:ext cx="1044997" cy="232141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246A27A-67DC-88DA-7E99-BD8FCE878250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FC39FA9-B4BD-4E89-A253-2B70D7C57A8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2C60B1A-4FB5-D732-7157-61ADD0589F56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03F5C3A-DFAA-9131-14B4-9D7202F4B4E8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A802C14-EBFD-CFBE-99D8-49BC4D7368A9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54BE5B-2F05-FB6F-BC46-5131AC71856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E7C0A1-186C-5020-5AAB-5FD9CD026FA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34AE91A-7473-8E25-38F9-3A2AA525A583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F143BC6E-CA72-1553-01FB-48E16F0FB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-1" y="283203"/>
            <a:ext cx="604121" cy="108741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72F4EE0-47B6-F2AC-A92D-B4B8BB91C3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113D18F-E541-3AC4-E3E9-6EDDF913793A}"/>
              </a:ext>
            </a:extLst>
          </p:cNvPr>
          <p:cNvGrpSpPr/>
          <p:nvPr/>
        </p:nvGrpSpPr>
        <p:grpSpPr>
          <a:xfrm>
            <a:off x="16357280" y="40571"/>
            <a:ext cx="1803721" cy="2568517"/>
            <a:chOff x="12267959" y="30428"/>
            <a:chExt cx="1352791" cy="192638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D4105A-CDE7-74A0-ADA6-4E4A0A7135FD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A14573-24DF-33D3-7EC8-5AEE8E36DCF5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7C36C9E-0D1B-F2F2-AF72-11829994B38A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27272F-1FC1-D499-BB49-7480A6194883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6B85181-A0F3-DD97-20FA-9DC0F9DBF524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9497DA-7C92-4A96-AA5F-465C4E518768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CB89D83-4FDB-8309-D2AB-1E638CC8A1CF}"/>
              </a:ext>
            </a:extLst>
          </p:cNvPr>
          <p:cNvSpPr txBox="1">
            <a:spLocks/>
          </p:cNvSpPr>
          <p:nvPr/>
        </p:nvSpPr>
        <p:spPr>
          <a:xfrm>
            <a:off x="996008" y="8614742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 dirty="0">
                <a:solidFill>
                  <a:schemeClr val="tx1"/>
                </a:solidFill>
                <a:latin typeface="+mj-lt"/>
              </a:rPr>
              <a:t>© Coforge, 2026 | Confidential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0BE9D8D4-3ACF-F9F8-3172-2D7A0B8E055C}"/>
              </a:ext>
            </a:extLst>
          </p:cNvPr>
          <p:cNvSpPr txBox="1">
            <a:spLocks/>
          </p:cNvSpPr>
          <p:nvPr/>
        </p:nvSpPr>
        <p:spPr>
          <a:xfrm>
            <a:off x="266955" y="8598358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93080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6" r:id="rId1"/>
    <p:sldLayoutId id="2147484107" r:id="rId2"/>
    <p:sldLayoutId id="2147484108" r:id="rId3"/>
    <p:sldLayoutId id="2147484109" r:id="rId4"/>
    <p:sldLayoutId id="2147484110" r:id="rId5"/>
    <p:sldLayoutId id="2147484111" r:id="rId6"/>
    <p:sldLayoutId id="2147484112" r:id="rId7"/>
    <p:sldLayoutId id="2147484362" r:id="rId8"/>
    <p:sldLayoutId id="2147484363" r:id="rId9"/>
    <p:sldLayoutId id="2147484364" r:id="rId10"/>
    <p:sldLayoutId id="2147484365" r:id="rId11"/>
    <p:sldLayoutId id="2147484366" r:id="rId12"/>
    <p:sldLayoutId id="2147484367" r:id="rId13"/>
    <p:sldLayoutId id="2147484368" r:id="rId14"/>
    <p:sldLayoutId id="2147484369" r:id="rId15"/>
    <p:sldLayoutId id="2147484370" r:id="rId16"/>
    <p:sldLayoutId id="2147484371" r:id="rId17"/>
    <p:sldLayoutId id="2147484113" r:id="rId18"/>
    <p:sldLayoutId id="2147484114" r:id="rId19"/>
    <p:sldLayoutId id="2147484115" r:id="rId20"/>
    <p:sldLayoutId id="2147484116" r:id="rId21"/>
    <p:sldLayoutId id="2147484117" r:id="rId22"/>
    <p:sldLayoutId id="2147484118" r:id="rId23"/>
    <p:sldLayoutId id="2147484119" r:id="rId24"/>
    <p:sldLayoutId id="2147484120" r:id="rId25"/>
    <p:sldLayoutId id="2147484121" r:id="rId26"/>
    <p:sldLayoutId id="2147484122" r:id="rId27"/>
    <p:sldLayoutId id="2147484372" r:id="rId28"/>
    <p:sldLayoutId id="2147484373" r:id="rId29"/>
    <p:sldLayoutId id="2147484375" r:id="rId30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4267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2BA627A-B28C-789C-990E-3B1F53F8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2" y="218308"/>
            <a:ext cx="15113665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138C0DF-603C-2744-FED7-92DBFA303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742" y="1818895"/>
            <a:ext cx="15113665" cy="6501599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3A065230-68F7-758A-449C-C0E9D9FF8414}"/>
              </a:ext>
            </a:extLst>
          </p:cNvPr>
          <p:cNvGrpSpPr/>
          <p:nvPr/>
        </p:nvGrpSpPr>
        <p:grpSpPr>
          <a:xfrm>
            <a:off x="14850408" y="8741260"/>
            <a:ext cx="1044997" cy="232141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246A27A-67DC-88DA-7E99-BD8FCE878250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FC39FA9-B4BD-4E89-A253-2B70D7C57A8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2C60B1A-4FB5-D732-7157-61ADD0589F56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03F5C3A-DFAA-9131-14B4-9D7202F4B4E8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A802C14-EBFD-CFBE-99D8-49BC4D7368A9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54BE5B-2F05-FB6F-BC46-5131AC71856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E7C0A1-186C-5020-5AAB-5FD9CD026FA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34AE91A-7473-8E25-38F9-3A2AA525A583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3200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F143BC6E-CA72-1553-01FB-48E16F0FB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-1" y="283205"/>
            <a:ext cx="604121" cy="108741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72F4EE0-47B6-F2AC-A92D-B4B8BB91C344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113D18F-E541-3AC4-E3E9-6EDDF913793A}"/>
              </a:ext>
            </a:extLst>
          </p:cNvPr>
          <p:cNvGrpSpPr/>
          <p:nvPr/>
        </p:nvGrpSpPr>
        <p:grpSpPr>
          <a:xfrm>
            <a:off x="16357282" y="40572"/>
            <a:ext cx="1803721" cy="2568517"/>
            <a:chOff x="12267959" y="30428"/>
            <a:chExt cx="1352791" cy="192638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D4105A-CDE7-74A0-ADA6-4E4A0A7135FD}"/>
                </a:ext>
              </a:extLst>
            </p:cNvPr>
            <p:cNvSpPr txBox="1"/>
            <p:nvPr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A14573-24DF-33D3-7EC8-5AEE8E36DCF5}"/>
                </a:ext>
              </a:extLst>
            </p:cNvPr>
            <p:cNvSpPr/>
            <p:nvPr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7C36C9E-0D1B-F2F2-AF72-11829994B38A}"/>
                </a:ext>
              </a:extLst>
            </p:cNvPr>
            <p:cNvSpPr/>
            <p:nvPr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27272F-1FC1-D499-BB49-7480A6194883}"/>
                </a:ext>
              </a:extLst>
            </p:cNvPr>
            <p:cNvSpPr/>
            <p:nvPr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6B85181-A0F3-DD97-20FA-9DC0F9DBF524}"/>
                </a:ext>
              </a:extLst>
            </p:cNvPr>
            <p:cNvSpPr/>
            <p:nvPr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200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9497DA-7C92-4A96-AA5F-465C4E518768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CB89D83-4FDB-8309-D2AB-1E638CC8A1CF}"/>
              </a:ext>
            </a:extLst>
          </p:cNvPr>
          <p:cNvSpPr txBox="1">
            <a:spLocks/>
          </p:cNvSpPr>
          <p:nvPr/>
        </p:nvSpPr>
        <p:spPr>
          <a:xfrm>
            <a:off x="996008" y="8614745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tx1"/>
                </a:solidFill>
                <a:latin typeface="+mj-lt"/>
              </a:rPr>
              <a:t>© Coforge, 2025| Confidential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0BE9D8D4-3ACF-F9F8-3172-2D7A0B8E055C}"/>
              </a:ext>
            </a:extLst>
          </p:cNvPr>
          <p:cNvSpPr txBox="1">
            <a:spLocks/>
          </p:cNvSpPr>
          <p:nvPr/>
        </p:nvSpPr>
        <p:spPr>
          <a:xfrm>
            <a:off x="266955" y="8598361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42224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2" r:id="rId1"/>
    <p:sldLayoutId id="2147484383" r:id="rId2"/>
    <p:sldLayoutId id="2147483843" r:id="rId3"/>
    <p:sldLayoutId id="2147484311" r:id="rId4"/>
    <p:sldLayoutId id="2147484312" r:id="rId5"/>
    <p:sldLayoutId id="2147484313" r:id="rId6"/>
    <p:sldLayoutId id="2147484384" r:id="rId7"/>
    <p:sldLayoutId id="2147484385" r:id="rId8"/>
    <p:sldLayoutId id="2147484314" r:id="rId9"/>
    <p:sldLayoutId id="2147484315" r:id="rId10"/>
    <p:sldLayoutId id="2147484316" r:id="rId11"/>
    <p:sldLayoutId id="2147484318" r:id="rId12"/>
    <p:sldLayoutId id="2147484386" r:id="rId13"/>
    <p:sldLayoutId id="2147484320" r:id="rId14"/>
    <p:sldLayoutId id="2147484341" r:id="rId15"/>
    <p:sldLayoutId id="2147484342" r:id="rId16"/>
    <p:sldLayoutId id="2147484353" r:id="rId17"/>
    <p:sldLayoutId id="2147484387" r:id="rId18"/>
    <p:sldLayoutId id="2147484354" r:id="rId19"/>
    <p:sldLayoutId id="2147484355" r:id="rId20"/>
    <p:sldLayoutId id="2147484356" r:id="rId21"/>
    <p:sldLayoutId id="2147484388" r:id="rId22"/>
    <p:sldLayoutId id="2147484358" r:id="rId23"/>
    <p:sldLayoutId id="2147484361" r:id="rId24"/>
    <p:sldLayoutId id="2147484381" r:id="rId25"/>
    <p:sldLayoutId id="2147484357" r:id="rId26"/>
    <p:sldLayoutId id="2147484359" r:id="rId27"/>
    <p:sldLayoutId id="2147484390" r:id="rId28"/>
  </p:sldLayoutIdLst>
  <p:hf hdr="0" ftr="0" dt="0"/>
  <p:txStyles>
    <p:titleStyle>
      <a:lvl1pPr algn="l" defTabSz="1219140" rtl="0" eaLnBrk="1" latinLnBrk="0" hangingPunct="1">
        <a:lnSpc>
          <a:spcPct val="90000"/>
        </a:lnSpc>
        <a:spcBef>
          <a:spcPct val="0"/>
        </a:spcBef>
        <a:buNone/>
        <a:defRPr sz="4267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04784" indent="-304784" algn="l" defTabSz="121914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5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12BA627A-B28C-789C-990E-3B1F53F8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741" y="218308"/>
            <a:ext cx="15113665" cy="1260685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138C0DF-603C-2744-FED7-92DBFA303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1741" y="1818894"/>
            <a:ext cx="15113665" cy="6501599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3A065230-68F7-758A-449C-C0E9D9FF8414}"/>
              </a:ext>
            </a:extLst>
          </p:cNvPr>
          <p:cNvGrpSpPr/>
          <p:nvPr/>
        </p:nvGrpSpPr>
        <p:grpSpPr>
          <a:xfrm>
            <a:off x="14850408" y="8741259"/>
            <a:ext cx="1044997" cy="232141"/>
            <a:chOff x="10797898" y="6235376"/>
            <a:chExt cx="930940" cy="2068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246A27A-67DC-88DA-7E99-BD8FCE878250}"/>
                </a:ext>
              </a:extLst>
            </p:cNvPr>
            <p:cNvSpPr/>
            <p:nvPr/>
          </p:nvSpPr>
          <p:spPr>
            <a:xfrm>
              <a:off x="10797898" y="6241067"/>
              <a:ext cx="149886" cy="158487"/>
            </a:xfrm>
            <a:custGeom>
              <a:avLst/>
              <a:gdLst>
                <a:gd name="connsiteX0" fmla="*/ 0 w 149886"/>
                <a:gd name="connsiteY0" fmla="*/ 79307 h 158487"/>
                <a:gd name="connsiteX1" fmla="*/ 85252 w 149886"/>
                <a:gd name="connsiteY1" fmla="*/ 0 h 158487"/>
                <a:gd name="connsiteX2" fmla="*/ 149886 w 149886"/>
                <a:gd name="connsiteY2" fmla="*/ 27195 h 158487"/>
                <a:gd name="connsiteX3" fmla="*/ 126486 w 149886"/>
                <a:gd name="connsiteY3" fmla="*/ 48191 h 158487"/>
                <a:gd name="connsiteX4" fmla="*/ 87023 w 149886"/>
                <a:gd name="connsiteY4" fmla="*/ 30230 h 158487"/>
                <a:gd name="connsiteX5" fmla="*/ 36681 w 149886"/>
                <a:gd name="connsiteY5" fmla="*/ 79307 h 158487"/>
                <a:gd name="connsiteX6" fmla="*/ 87023 w 149886"/>
                <a:gd name="connsiteY6" fmla="*/ 128384 h 158487"/>
                <a:gd name="connsiteX7" fmla="*/ 126486 w 149886"/>
                <a:gd name="connsiteY7" fmla="*/ 110170 h 158487"/>
                <a:gd name="connsiteX8" fmla="*/ 149886 w 149886"/>
                <a:gd name="connsiteY8" fmla="*/ 131166 h 158487"/>
                <a:gd name="connsiteX9" fmla="*/ 84999 w 149886"/>
                <a:gd name="connsiteY9" fmla="*/ 158487 h 158487"/>
                <a:gd name="connsiteX10" fmla="*/ 0 w 149886"/>
                <a:gd name="connsiteY10" fmla="*/ 79307 h 15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9886" h="158487">
                  <a:moveTo>
                    <a:pt x="0" y="79307"/>
                  </a:moveTo>
                  <a:cubicBezTo>
                    <a:pt x="0" y="33139"/>
                    <a:pt x="36302" y="0"/>
                    <a:pt x="85252" y="0"/>
                  </a:cubicBezTo>
                  <a:cubicBezTo>
                    <a:pt x="112446" y="0"/>
                    <a:pt x="135088" y="9613"/>
                    <a:pt x="149886" y="27195"/>
                  </a:cubicBezTo>
                  <a:lnTo>
                    <a:pt x="126486" y="48191"/>
                  </a:lnTo>
                  <a:cubicBezTo>
                    <a:pt x="115988" y="36428"/>
                    <a:pt x="102707" y="30230"/>
                    <a:pt x="87023" y="30230"/>
                  </a:cubicBezTo>
                  <a:cubicBezTo>
                    <a:pt x="57678" y="30230"/>
                    <a:pt x="36681" y="50342"/>
                    <a:pt x="36681" y="79307"/>
                  </a:cubicBezTo>
                  <a:cubicBezTo>
                    <a:pt x="36681" y="108272"/>
                    <a:pt x="57551" y="128384"/>
                    <a:pt x="87023" y="128384"/>
                  </a:cubicBezTo>
                  <a:cubicBezTo>
                    <a:pt x="102707" y="128384"/>
                    <a:pt x="115988" y="122186"/>
                    <a:pt x="126486" y="110170"/>
                  </a:cubicBezTo>
                  <a:lnTo>
                    <a:pt x="149886" y="131166"/>
                  </a:lnTo>
                  <a:cubicBezTo>
                    <a:pt x="135088" y="148874"/>
                    <a:pt x="112446" y="158487"/>
                    <a:pt x="84999" y="158487"/>
                  </a:cubicBezTo>
                  <a:cubicBezTo>
                    <a:pt x="36302" y="158614"/>
                    <a:pt x="0" y="125474"/>
                    <a:pt x="0" y="79307"/>
                  </a:cubicBezTo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FC39FA9-B4BD-4E89-A253-2B70D7C57A89}"/>
                </a:ext>
              </a:extLst>
            </p:cNvPr>
            <p:cNvSpPr/>
            <p:nvPr/>
          </p:nvSpPr>
          <p:spPr>
            <a:xfrm>
              <a:off x="11111584" y="6235376"/>
              <a:ext cx="91955" cy="164305"/>
            </a:xfrm>
            <a:custGeom>
              <a:avLst/>
              <a:gdLst>
                <a:gd name="connsiteX0" fmla="*/ 53124 w 91955"/>
                <a:gd name="connsiteY0" fmla="*/ 49077 h 164305"/>
                <a:gd name="connsiteX1" fmla="*/ 84114 w 91955"/>
                <a:gd name="connsiteY1" fmla="*/ 49077 h 164305"/>
                <a:gd name="connsiteX2" fmla="*/ 84114 w 91955"/>
                <a:gd name="connsiteY2" fmla="*/ 75386 h 164305"/>
                <a:gd name="connsiteX3" fmla="*/ 54010 w 91955"/>
                <a:gd name="connsiteY3" fmla="*/ 75386 h 164305"/>
                <a:gd name="connsiteX4" fmla="*/ 53630 w 91955"/>
                <a:gd name="connsiteY4" fmla="*/ 164306 h 164305"/>
                <a:gd name="connsiteX5" fmla="*/ 18594 w 91955"/>
                <a:gd name="connsiteY5" fmla="*/ 164306 h 164305"/>
                <a:gd name="connsiteX6" fmla="*/ 18973 w 91955"/>
                <a:gd name="connsiteY6" fmla="*/ 75386 h 164305"/>
                <a:gd name="connsiteX7" fmla="*/ 0 w 91955"/>
                <a:gd name="connsiteY7" fmla="*/ 75386 h 164305"/>
                <a:gd name="connsiteX8" fmla="*/ 0 w 91955"/>
                <a:gd name="connsiteY8" fmla="*/ 49077 h 164305"/>
                <a:gd name="connsiteX9" fmla="*/ 18973 w 91955"/>
                <a:gd name="connsiteY9" fmla="*/ 49077 h 164305"/>
                <a:gd name="connsiteX10" fmla="*/ 18973 w 91955"/>
                <a:gd name="connsiteY10" fmla="*/ 43764 h 164305"/>
                <a:gd name="connsiteX11" fmla="*/ 65267 w 91955"/>
                <a:gd name="connsiteY11" fmla="*/ 0 h 164305"/>
                <a:gd name="connsiteX12" fmla="*/ 91956 w 91955"/>
                <a:gd name="connsiteY12" fmla="*/ 6324 h 164305"/>
                <a:gd name="connsiteX13" fmla="*/ 82722 w 91955"/>
                <a:gd name="connsiteY13" fmla="*/ 31116 h 164305"/>
                <a:gd name="connsiteX14" fmla="*/ 68556 w 91955"/>
                <a:gd name="connsiteY14" fmla="*/ 26942 h 164305"/>
                <a:gd name="connsiteX15" fmla="*/ 52998 w 91955"/>
                <a:gd name="connsiteY15" fmla="*/ 44017 h 164305"/>
                <a:gd name="connsiteX16" fmla="*/ 52998 w 91955"/>
                <a:gd name="connsiteY16" fmla="*/ 49077 h 16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1955" h="164305">
                  <a:moveTo>
                    <a:pt x="53124" y="49077"/>
                  </a:moveTo>
                  <a:lnTo>
                    <a:pt x="84114" y="49077"/>
                  </a:lnTo>
                  <a:lnTo>
                    <a:pt x="84114" y="75386"/>
                  </a:lnTo>
                  <a:lnTo>
                    <a:pt x="54010" y="75386"/>
                  </a:lnTo>
                  <a:lnTo>
                    <a:pt x="53630" y="164306"/>
                  </a:lnTo>
                  <a:lnTo>
                    <a:pt x="18594" y="164306"/>
                  </a:lnTo>
                  <a:lnTo>
                    <a:pt x="18973" y="75386"/>
                  </a:lnTo>
                  <a:lnTo>
                    <a:pt x="0" y="75386"/>
                  </a:lnTo>
                  <a:lnTo>
                    <a:pt x="0" y="49077"/>
                  </a:lnTo>
                  <a:lnTo>
                    <a:pt x="18973" y="49077"/>
                  </a:lnTo>
                  <a:lnTo>
                    <a:pt x="18973" y="43764"/>
                  </a:lnTo>
                  <a:cubicBezTo>
                    <a:pt x="18973" y="17329"/>
                    <a:pt x="35290" y="0"/>
                    <a:pt x="65267" y="0"/>
                  </a:cubicBezTo>
                  <a:cubicBezTo>
                    <a:pt x="75133" y="0"/>
                    <a:pt x="85505" y="2024"/>
                    <a:pt x="91956" y="6324"/>
                  </a:cubicBezTo>
                  <a:lnTo>
                    <a:pt x="82722" y="31116"/>
                  </a:lnTo>
                  <a:cubicBezTo>
                    <a:pt x="78928" y="28459"/>
                    <a:pt x="73995" y="26942"/>
                    <a:pt x="68556" y="26942"/>
                  </a:cubicBezTo>
                  <a:cubicBezTo>
                    <a:pt x="58184" y="26942"/>
                    <a:pt x="52998" y="32380"/>
                    <a:pt x="52998" y="44017"/>
                  </a:cubicBezTo>
                  <a:lnTo>
                    <a:pt x="52998" y="4907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2C60B1A-4FB5-D732-7157-61ADD0589F56}"/>
                </a:ext>
              </a:extLst>
            </p:cNvPr>
            <p:cNvSpPr/>
            <p:nvPr/>
          </p:nvSpPr>
          <p:spPr>
            <a:xfrm>
              <a:off x="11202654" y="6278254"/>
              <a:ext cx="132557" cy="121426"/>
            </a:xfrm>
            <a:custGeom>
              <a:avLst/>
              <a:gdLst>
                <a:gd name="connsiteX0" fmla="*/ 0 w 132557"/>
                <a:gd name="connsiteY0" fmla="*/ 60713 h 121426"/>
                <a:gd name="connsiteX1" fmla="*/ 66405 w 132557"/>
                <a:gd name="connsiteY1" fmla="*/ 0 h 121426"/>
                <a:gd name="connsiteX2" fmla="*/ 132558 w 132557"/>
                <a:gd name="connsiteY2" fmla="*/ 60713 h 121426"/>
                <a:gd name="connsiteX3" fmla="*/ 66026 w 132557"/>
                <a:gd name="connsiteY3" fmla="*/ 121427 h 121426"/>
                <a:gd name="connsiteX4" fmla="*/ 0 w 132557"/>
                <a:gd name="connsiteY4" fmla="*/ 60713 h 121426"/>
                <a:gd name="connsiteX5" fmla="*/ 97142 w 132557"/>
                <a:gd name="connsiteY5" fmla="*/ 60713 h 121426"/>
                <a:gd name="connsiteX6" fmla="*/ 66405 w 132557"/>
                <a:gd name="connsiteY6" fmla="*/ 28080 h 121426"/>
                <a:gd name="connsiteX7" fmla="*/ 35416 w 132557"/>
                <a:gd name="connsiteY7" fmla="*/ 60713 h 121426"/>
                <a:gd name="connsiteX8" fmla="*/ 66405 w 132557"/>
                <a:gd name="connsiteY8" fmla="*/ 93347 h 121426"/>
                <a:gd name="connsiteX9" fmla="*/ 97142 w 132557"/>
                <a:gd name="connsiteY9" fmla="*/ 60713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2557" h="121426">
                  <a:moveTo>
                    <a:pt x="0" y="60713"/>
                  </a:moveTo>
                  <a:cubicBezTo>
                    <a:pt x="0" y="25171"/>
                    <a:pt x="28080" y="0"/>
                    <a:pt x="66405" y="0"/>
                  </a:cubicBezTo>
                  <a:cubicBezTo>
                    <a:pt x="104731" y="0"/>
                    <a:pt x="132558" y="25171"/>
                    <a:pt x="132558" y="60713"/>
                  </a:cubicBezTo>
                  <a:cubicBezTo>
                    <a:pt x="132558" y="96256"/>
                    <a:pt x="104351" y="121427"/>
                    <a:pt x="66026" y="121427"/>
                  </a:cubicBezTo>
                  <a:cubicBezTo>
                    <a:pt x="27701" y="121427"/>
                    <a:pt x="0" y="96256"/>
                    <a:pt x="0" y="60713"/>
                  </a:cubicBezTo>
                  <a:moveTo>
                    <a:pt x="97142" y="60713"/>
                  </a:moveTo>
                  <a:cubicBezTo>
                    <a:pt x="97142" y="40349"/>
                    <a:pt x="83861" y="28080"/>
                    <a:pt x="66405" y="28080"/>
                  </a:cubicBezTo>
                  <a:cubicBezTo>
                    <a:pt x="48950" y="28080"/>
                    <a:pt x="35416" y="40349"/>
                    <a:pt x="35416" y="60713"/>
                  </a:cubicBezTo>
                  <a:cubicBezTo>
                    <a:pt x="35416" y="81078"/>
                    <a:pt x="48824" y="93347"/>
                    <a:pt x="66405" y="93347"/>
                  </a:cubicBezTo>
                  <a:cubicBezTo>
                    <a:pt x="83987" y="93347"/>
                    <a:pt x="97142" y="81078"/>
                    <a:pt x="97142" y="60713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03F5C3A-DFAA-9131-14B4-9D7202F4B4E8}"/>
                </a:ext>
              </a:extLst>
            </p:cNvPr>
            <p:cNvSpPr/>
            <p:nvPr/>
          </p:nvSpPr>
          <p:spPr>
            <a:xfrm>
              <a:off x="11358233" y="6278254"/>
              <a:ext cx="76524" cy="121426"/>
            </a:xfrm>
            <a:custGeom>
              <a:avLst/>
              <a:gdLst>
                <a:gd name="connsiteX0" fmla="*/ 76524 w 76524"/>
                <a:gd name="connsiteY0" fmla="*/ 0 h 121426"/>
                <a:gd name="connsiteX1" fmla="*/ 76524 w 76524"/>
                <a:gd name="connsiteY1" fmla="*/ 32001 h 121426"/>
                <a:gd name="connsiteX2" fmla="*/ 68556 w 76524"/>
                <a:gd name="connsiteY2" fmla="*/ 31495 h 121426"/>
                <a:gd name="connsiteX3" fmla="*/ 35922 w 76524"/>
                <a:gd name="connsiteY3" fmla="*/ 64887 h 121426"/>
                <a:gd name="connsiteX4" fmla="*/ 35543 w 76524"/>
                <a:gd name="connsiteY4" fmla="*/ 121427 h 121426"/>
                <a:gd name="connsiteX5" fmla="*/ 0 w 76524"/>
                <a:gd name="connsiteY5" fmla="*/ 121427 h 121426"/>
                <a:gd name="connsiteX6" fmla="*/ 0 w 76524"/>
                <a:gd name="connsiteY6" fmla="*/ 1771 h 121426"/>
                <a:gd name="connsiteX7" fmla="*/ 34278 w 76524"/>
                <a:gd name="connsiteY7" fmla="*/ 1771 h 121426"/>
                <a:gd name="connsiteX8" fmla="*/ 34278 w 76524"/>
                <a:gd name="connsiteY8" fmla="*/ 17582 h 121426"/>
                <a:gd name="connsiteX9" fmla="*/ 76398 w 76524"/>
                <a:gd name="connsiteY9" fmla="*/ 0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524" h="121426">
                  <a:moveTo>
                    <a:pt x="76524" y="0"/>
                  </a:moveTo>
                  <a:lnTo>
                    <a:pt x="76524" y="32001"/>
                  </a:lnTo>
                  <a:cubicBezTo>
                    <a:pt x="73615" y="31748"/>
                    <a:pt x="71338" y="31495"/>
                    <a:pt x="68556" y="31495"/>
                  </a:cubicBezTo>
                  <a:cubicBezTo>
                    <a:pt x="48950" y="31495"/>
                    <a:pt x="35922" y="41993"/>
                    <a:pt x="35922" y="64887"/>
                  </a:cubicBezTo>
                  <a:lnTo>
                    <a:pt x="35543" y="121427"/>
                  </a:lnTo>
                  <a:lnTo>
                    <a:pt x="0" y="121427"/>
                  </a:lnTo>
                  <a:lnTo>
                    <a:pt x="0" y="1771"/>
                  </a:lnTo>
                  <a:lnTo>
                    <a:pt x="34278" y="1771"/>
                  </a:lnTo>
                  <a:lnTo>
                    <a:pt x="34278" y="17582"/>
                  </a:lnTo>
                  <a:cubicBezTo>
                    <a:pt x="42879" y="6071"/>
                    <a:pt x="57551" y="0"/>
                    <a:pt x="76398" y="0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A802C14-EBFD-CFBE-99D8-49BC4D7368A9}"/>
                </a:ext>
              </a:extLst>
            </p:cNvPr>
            <p:cNvSpPr/>
            <p:nvPr/>
          </p:nvSpPr>
          <p:spPr>
            <a:xfrm>
              <a:off x="11444243" y="6278381"/>
              <a:ext cx="133696" cy="163799"/>
            </a:xfrm>
            <a:custGeom>
              <a:avLst/>
              <a:gdLst>
                <a:gd name="connsiteX0" fmla="*/ 133696 w 133696"/>
                <a:gd name="connsiteY0" fmla="*/ 1644 h 163799"/>
                <a:gd name="connsiteX1" fmla="*/ 133696 w 133696"/>
                <a:gd name="connsiteY1" fmla="*/ 99798 h 163799"/>
                <a:gd name="connsiteX2" fmla="*/ 65520 w 133696"/>
                <a:gd name="connsiteY2" fmla="*/ 163800 h 163799"/>
                <a:gd name="connsiteX3" fmla="*/ 6198 w 133696"/>
                <a:gd name="connsiteY3" fmla="*/ 147609 h 163799"/>
                <a:gd name="connsiteX4" fmla="*/ 20111 w 133696"/>
                <a:gd name="connsiteY4" fmla="*/ 123071 h 163799"/>
                <a:gd name="connsiteX5" fmla="*/ 62737 w 133696"/>
                <a:gd name="connsiteY5" fmla="*/ 136479 h 163799"/>
                <a:gd name="connsiteX6" fmla="*/ 98533 w 133696"/>
                <a:gd name="connsiteY6" fmla="*/ 104225 h 163799"/>
                <a:gd name="connsiteX7" fmla="*/ 98533 w 133696"/>
                <a:gd name="connsiteY7" fmla="*/ 99165 h 163799"/>
                <a:gd name="connsiteX8" fmla="*/ 60334 w 133696"/>
                <a:gd name="connsiteY8" fmla="*/ 113838 h 163799"/>
                <a:gd name="connsiteX9" fmla="*/ 0 w 133696"/>
                <a:gd name="connsiteY9" fmla="*/ 56919 h 163799"/>
                <a:gd name="connsiteX10" fmla="*/ 60334 w 133696"/>
                <a:gd name="connsiteY10" fmla="*/ 0 h 163799"/>
                <a:gd name="connsiteX11" fmla="*/ 100304 w 133696"/>
                <a:gd name="connsiteY11" fmla="*/ 16823 h 163799"/>
                <a:gd name="connsiteX12" fmla="*/ 100304 w 133696"/>
                <a:gd name="connsiteY12" fmla="*/ 1771 h 163799"/>
                <a:gd name="connsiteX13" fmla="*/ 133570 w 133696"/>
                <a:gd name="connsiteY13" fmla="*/ 1771 h 163799"/>
                <a:gd name="connsiteX14" fmla="*/ 99165 w 133696"/>
                <a:gd name="connsiteY14" fmla="*/ 56792 h 163799"/>
                <a:gd name="connsiteX15" fmla="*/ 67544 w 133696"/>
                <a:gd name="connsiteY15" fmla="*/ 27827 h 163799"/>
                <a:gd name="connsiteX16" fmla="*/ 35669 w 133696"/>
                <a:gd name="connsiteY16" fmla="*/ 56792 h 163799"/>
                <a:gd name="connsiteX17" fmla="*/ 67544 w 133696"/>
                <a:gd name="connsiteY17" fmla="*/ 85758 h 163799"/>
                <a:gd name="connsiteX18" fmla="*/ 99165 w 133696"/>
                <a:gd name="connsiteY18" fmla="*/ 56792 h 163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3696" h="163799">
                  <a:moveTo>
                    <a:pt x="133696" y="1644"/>
                  </a:moveTo>
                  <a:lnTo>
                    <a:pt x="133696" y="99798"/>
                  </a:lnTo>
                  <a:cubicBezTo>
                    <a:pt x="133696" y="143562"/>
                    <a:pt x="109158" y="163800"/>
                    <a:pt x="65520" y="163800"/>
                  </a:cubicBezTo>
                  <a:cubicBezTo>
                    <a:pt x="42626" y="163800"/>
                    <a:pt x="20364" y="158361"/>
                    <a:pt x="6198" y="147609"/>
                  </a:cubicBezTo>
                  <a:lnTo>
                    <a:pt x="20111" y="123071"/>
                  </a:lnTo>
                  <a:cubicBezTo>
                    <a:pt x="30483" y="131166"/>
                    <a:pt x="47306" y="136479"/>
                    <a:pt x="62737" y="136479"/>
                  </a:cubicBezTo>
                  <a:cubicBezTo>
                    <a:pt x="87402" y="136479"/>
                    <a:pt x="98533" y="125474"/>
                    <a:pt x="98533" y="104225"/>
                  </a:cubicBezTo>
                  <a:lnTo>
                    <a:pt x="98533" y="99165"/>
                  </a:lnTo>
                  <a:cubicBezTo>
                    <a:pt x="89299" y="109031"/>
                    <a:pt x="76145" y="113838"/>
                    <a:pt x="60334" y="113838"/>
                  </a:cubicBezTo>
                  <a:cubicBezTo>
                    <a:pt x="26942" y="113838"/>
                    <a:pt x="0" y="91323"/>
                    <a:pt x="0" y="56919"/>
                  </a:cubicBezTo>
                  <a:cubicBezTo>
                    <a:pt x="0" y="22515"/>
                    <a:pt x="26942" y="0"/>
                    <a:pt x="60334" y="0"/>
                  </a:cubicBezTo>
                  <a:cubicBezTo>
                    <a:pt x="77157" y="0"/>
                    <a:pt x="91070" y="5439"/>
                    <a:pt x="100304" y="16823"/>
                  </a:cubicBezTo>
                  <a:lnTo>
                    <a:pt x="100304" y="1771"/>
                  </a:lnTo>
                  <a:lnTo>
                    <a:pt x="133570" y="1771"/>
                  </a:lnTo>
                  <a:close/>
                  <a:moveTo>
                    <a:pt x="99165" y="56792"/>
                  </a:moveTo>
                  <a:cubicBezTo>
                    <a:pt x="99165" y="39464"/>
                    <a:pt x="85884" y="27827"/>
                    <a:pt x="67544" y="27827"/>
                  </a:cubicBezTo>
                  <a:cubicBezTo>
                    <a:pt x="49203" y="27827"/>
                    <a:pt x="35669" y="39464"/>
                    <a:pt x="35669" y="56792"/>
                  </a:cubicBezTo>
                  <a:cubicBezTo>
                    <a:pt x="35669" y="74121"/>
                    <a:pt x="49203" y="85758"/>
                    <a:pt x="67544" y="85758"/>
                  </a:cubicBezTo>
                  <a:cubicBezTo>
                    <a:pt x="85884" y="85758"/>
                    <a:pt x="99165" y="74121"/>
                    <a:pt x="99165" y="5679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154BE5B-2F05-FB6F-BC46-5131AC718568}"/>
                </a:ext>
              </a:extLst>
            </p:cNvPr>
            <p:cNvSpPr/>
            <p:nvPr/>
          </p:nvSpPr>
          <p:spPr>
            <a:xfrm>
              <a:off x="11601593" y="6278254"/>
              <a:ext cx="127245" cy="121426"/>
            </a:xfrm>
            <a:custGeom>
              <a:avLst/>
              <a:gdLst>
                <a:gd name="connsiteX0" fmla="*/ 126613 w 127245"/>
                <a:gd name="connsiteY0" fmla="*/ 70326 h 121426"/>
                <a:gd name="connsiteX1" fmla="*/ 35290 w 127245"/>
                <a:gd name="connsiteY1" fmla="*/ 70326 h 121426"/>
                <a:gd name="connsiteX2" fmla="*/ 69821 w 127245"/>
                <a:gd name="connsiteY2" fmla="*/ 93979 h 121426"/>
                <a:gd name="connsiteX3" fmla="*/ 100177 w 127245"/>
                <a:gd name="connsiteY3" fmla="*/ 82596 h 121426"/>
                <a:gd name="connsiteX4" fmla="*/ 118771 w 127245"/>
                <a:gd name="connsiteY4" fmla="*/ 102327 h 121426"/>
                <a:gd name="connsiteX5" fmla="*/ 68556 w 127245"/>
                <a:gd name="connsiteY5" fmla="*/ 121427 h 121426"/>
                <a:gd name="connsiteX6" fmla="*/ 0 w 127245"/>
                <a:gd name="connsiteY6" fmla="*/ 60713 h 121426"/>
                <a:gd name="connsiteX7" fmla="*/ 64382 w 127245"/>
                <a:gd name="connsiteY7" fmla="*/ 0 h 121426"/>
                <a:gd name="connsiteX8" fmla="*/ 127245 w 127245"/>
                <a:gd name="connsiteY8" fmla="*/ 61093 h 121426"/>
                <a:gd name="connsiteX9" fmla="*/ 126613 w 127245"/>
                <a:gd name="connsiteY9" fmla="*/ 70326 h 121426"/>
                <a:gd name="connsiteX10" fmla="*/ 34784 w 127245"/>
                <a:gd name="connsiteY10" fmla="*/ 50342 h 121426"/>
                <a:gd name="connsiteX11" fmla="*/ 94232 w 127245"/>
                <a:gd name="connsiteY11" fmla="*/ 50342 h 121426"/>
                <a:gd name="connsiteX12" fmla="*/ 64635 w 127245"/>
                <a:gd name="connsiteY12" fmla="*/ 25803 h 121426"/>
                <a:gd name="connsiteX13" fmla="*/ 34784 w 127245"/>
                <a:gd name="connsiteY13" fmla="*/ 50342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7245" h="121426">
                  <a:moveTo>
                    <a:pt x="126613" y="70326"/>
                  </a:moveTo>
                  <a:lnTo>
                    <a:pt x="35290" y="70326"/>
                  </a:lnTo>
                  <a:cubicBezTo>
                    <a:pt x="38705" y="84999"/>
                    <a:pt x="51480" y="93979"/>
                    <a:pt x="69821" y="93979"/>
                  </a:cubicBezTo>
                  <a:cubicBezTo>
                    <a:pt x="82596" y="93979"/>
                    <a:pt x="91829" y="90311"/>
                    <a:pt x="100177" y="82596"/>
                  </a:cubicBezTo>
                  <a:lnTo>
                    <a:pt x="118771" y="102327"/>
                  </a:lnTo>
                  <a:cubicBezTo>
                    <a:pt x="107514" y="114850"/>
                    <a:pt x="90311" y="121427"/>
                    <a:pt x="68556" y="121427"/>
                  </a:cubicBezTo>
                  <a:cubicBezTo>
                    <a:pt x="26815" y="121427"/>
                    <a:pt x="0" y="95750"/>
                    <a:pt x="0" y="60713"/>
                  </a:cubicBezTo>
                  <a:cubicBezTo>
                    <a:pt x="0" y="25677"/>
                    <a:pt x="27574" y="0"/>
                    <a:pt x="64382" y="0"/>
                  </a:cubicBezTo>
                  <a:cubicBezTo>
                    <a:pt x="101189" y="0"/>
                    <a:pt x="127245" y="23273"/>
                    <a:pt x="127245" y="61093"/>
                  </a:cubicBezTo>
                  <a:cubicBezTo>
                    <a:pt x="127245" y="63749"/>
                    <a:pt x="126739" y="67417"/>
                    <a:pt x="126613" y="70326"/>
                  </a:cubicBezTo>
                  <a:moveTo>
                    <a:pt x="34784" y="50342"/>
                  </a:moveTo>
                  <a:lnTo>
                    <a:pt x="94232" y="50342"/>
                  </a:lnTo>
                  <a:cubicBezTo>
                    <a:pt x="91703" y="35416"/>
                    <a:pt x="80319" y="25803"/>
                    <a:pt x="64635" y="25803"/>
                  </a:cubicBezTo>
                  <a:cubicBezTo>
                    <a:pt x="48950" y="25803"/>
                    <a:pt x="37313" y="35163"/>
                    <a:pt x="34784" y="50342"/>
                  </a:cubicBezTo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E7C0A1-186C-5020-5AAB-5FD9CD026FA7}"/>
                </a:ext>
              </a:extLst>
            </p:cNvPr>
            <p:cNvSpPr/>
            <p:nvPr/>
          </p:nvSpPr>
          <p:spPr>
            <a:xfrm>
              <a:off x="10965619" y="6278254"/>
              <a:ext cx="66278" cy="121426"/>
            </a:xfrm>
            <a:custGeom>
              <a:avLst/>
              <a:gdLst>
                <a:gd name="connsiteX0" fmla="*/ 66279 w 66278"/>
                <a:gd name="connsiteY0" fmla="*/ 93347 h 121426"/>
                <a:gd name="connsiteX1" fmla="*/ 35416 w 66278"/>
                <a:gd name="connsiteY1" fmla="*/ 60713 h 121426"/>
                <a:gd name="connsiteX2" fmla="*/ 66279 w 66278"/>
                <a:gd name="connsiteY2" fmla="*/ 28080 h 121426"/>
                <a:gd name="connsiteX3" fmla="*/ 66279 w 66278"/>
                <a:gd name="connsiteY3" fmla="*/ 0 h 121426"/>
                <a:gd name="connsiteX4" fmla="*/ 0 w 66278"/>
                <a:gd name="connsiteY4" fmla="*/ 60713 h 121426"/>
                <a:gd name="connsiteX5" fmla="*/ 66026 w 66278"/>
                <a:gd name="connsiteY5" fmla="*/ 121427 h 121426"/>
                <a:gd name="connsiteX6" fmla="*/ 66279 w 66278"/>
                <a:gd name="connsiteY6" fmla="*/ 121427 h 121426"/>
                <a:gd name="connsiteX7" fmla="*/ 66279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66279" y="93347"/>
                  </a:moveTo>
                  <a:cubicBezTo>
                    <a:pt x="48824" y="93347"/>
                    <a:pt x="35416" y="81078"/>
                    <a:pt x="35416" y="60713"/>
                  </a:cubicBezTo>
                  <a:cubicBezTo>
                    <a:pt x="35416" y="40349"/>
                    <a:pt x="48824" y="28080"/>
                    <a:pt x="66279" y="28080"/>
                  </a:cubicBezTo>
                  <a:lnTo>
                    <a:pt x="66279" y="0"/>
                  </a:lnTo>
                  <a:cubicBezTo>
                    <a:pt x="27954" y="0"/>
                    <a:pt x="0" y="25171"/>
                    <a:pt x="0" y="60713"/>
                  </a:cubicBezTo>
                  <a:cubicBezTo>
                    <a:pt x="0" y="96256"/>
                    <a:pt x="27701" y="121427"/>
                    <a:pt x="66026" y="121427"/>
                  </a:cubicBezTo>
                  <a:cubicBezTo>
                    <a:pt x="66026" y="121427"/>
                    <a:pt x="66152" y="121427"/>
                    <a:pt x="66279" y="121427"/>
                  </a:cubicBezTo>
                  <a:lnTo>
                    <a:pt x="66279" y="93347"/>
                  </a:lnTo>
                  <a:close/>
                </a:path>
              </a:pathLst>
            </a:custGeom>
            <a:solidFill>
              <a:srgbClr val="F15B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34AE91A-7473-8E25-38F9-3A2AA525A583}"/>
                </a:ext>
              </a:extLst>
            </p:cNvPr>
            <p:cNvSpPr/>
            <p:nvPr/>
          </p:nvSpPr>
          <p:spPr>
            <a:xfrm>
              <a:off x="11031898" y="6278254"/>
              <a:ext cx="66278" cy="121426"/>
            </a:xfrm>
            <a:custGeom>
              <a:avLst/>
              <a:gdLst>
                <a:gd name="connsiteX0" fmla="*/ 0 w 66278"/>
                <a:gd name="connsiteY0" fmla="*/ 93347 h 121426"/>
                <a:gd name="connsiteX1" fmla="*/ 30863 w 66278"/>
                <a:gd name="connsiteY1" fmla="*/ 60713 h 121426"/>
                <a:gd name="connsiteX2" fmla="*/ 0 w 66278"/>
                <a:gd name="connsiteY2" fmla="*/ 28080 h 121426"/>
                <a:gd name="connsiteX3" fmla="*/ 0 w 66278"/>
                <a:gd name="connsiteY3" fmla="*/ 0 h 121426"/>
                <a:gd name="connsiteX4" fmla="*/ 66279 w 66278"/>
                <a:gd name="connsiteY4" fmla="*/ 60713 h 121426"/>
                <a:gd name="connsiteX5" fmla="*/ 253 w 66278"/>
                <a:gd name="connsiteY5" fmla="*/ 121427 h 121426"/>
                <a:gd name="connsiteX6" fmla="*/ 0 w 66278"/>
                <a:gd name="connsiteY6" fmla="*/ 121427 h 121426"/>
                <a:gd name="connsiteX7" fmla="*/ 0 w 66278"/>
                <a:gd name="connsiteY7" fmla="*/ 93347 h 121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78" h="121426">
                  <a:moveTo>
                    <a:pt x="0" y="93347"/>
                  </a:moveTo>
                  <a:cubicBezTo>
                    <a:pt x="17455" y="93347"/>
                    <a:pt x="30863" y="81078"/>
                    <a:pt x="30863" y="60713"/>
                  </a:cubicBezTo>
                  <a:cubicBezTo>
                    <a:pt x="30863" y="40349"/>
                    <a:pt x="17455" y="28080"/>
                    <a:pt x="0" y="28080"/>
                  </a:cubicBezTo>
                  <a:lnTo>
                    <a:pt x="0" y="0"/>
                  </a:lnTo>
                  <a:cubicBezTo>
                    <a:pt x="38325" y="0"/>
                    <a:pt x="66279" y="25171"/>
                    <a:pt x="66279" y="60713"/>
                  </a:cubicBezTo>
                  <a:cubicBezTo>
                    <a:pt x="66279" y="96256"/>
                    <a:pt x="38578" y="121427"/>
                    <a:pt x="253" y="121427"/>
                  </a:cubicBezTo>
                  <a:cubicBezTo>
                    <a:pt x="253" y="121427"/>
                    <a:pt x="126" y="121427"/>
                    <a:pt x="0" y="121427"/>
                  </a:cubicBezTo>
                  <a:lnTo>
                    <a:pt x="0" y="93347"/>
                  </a:lnTo>
                  <a:close/>
                </a:path>
              </a:pathLst>
            </a:custGeom>
            <a:solidFill>
              <a:srgbClr val="092340"/>
            </a:solidFill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F143BC6E-CA72-1553-01FB-48E16F0FB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-1" y="283204"/>
            <a:ext cx="604121" cy="1087419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C72F4EE0-47B6-F2AC-A92D-B4B8BB91C3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91405" y="8537708"/>
            <a:ext cx="15504000" cy="3460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113D18F-E541-3AC4-E3E9-6EDDF913793A}"/>
              </a:ext>
            </a:extLst>
          </p:cNvPr>
          <p:cNvGrpSpPr/>
          <p:nvPr/>
        </p:nvGrpSpPr>
        <p:grpSpPr>
          <a:xfrm>
            <a:off x="16357281" y="40572"/>
            <a:ext cx="1803721" cy="2568517"/>
            <a:chOff x="12267959" y="30428"/>
            <a:chExt cx="1352791" cy="192638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D4105A-CDE7-74A0-ADA6-4E4A0A7135FD}"/>
                </a:ext>
              </a:extLst>
            </p:cNvPr>
            <p:cNvSpPr txBox="1"/>
            <p:nvPr userDrawn="1"/>
          </p:nvSpPr>
          <p:spPr>
            <a:xfrm>
              <a:off x="12267959" y="30428"/>
              <a:ext cx="1352791" cy="1926388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IN" sz="1600"/>
                <a:t>To </a:t>
              </a:r>
              <a:r>
                <a:rPr lang="en-IN" sz="1600" err="1"/>
                <a:t>color</a:t>
              </a:r>
              <a:r>
                <a:rPr lang="en-IN" sz="1600"/>
                <a:t> fill any shapes including text boxes, pick any of the below </a:t>
              </a:r>
              <a:r>
                <a:rPr lang="en-IN" sz="1600" err="1"/>
                <a:t>colors</a:t>
              </a:r>
              <a:r>
                <a:rPr lang="en-IN" sz="1600"/>
                <a:t> using “Eyedropper”.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A14573-24DF-33D3-7EC8-5AEE8E36DCF5}"/>
                </a:ext>
              </a:extLst>
            </p:cNvPr>
            <p:cNvSpPr/>
            <p:nvPr userDrawn="1"/>
          </p:nvSpPr>
          <p:spPr>
            <a:xfrm>
              <a:off x="12326112" y="1364169"/>
              <a:ext cx="246888" cy="2468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7C36C9E-0D1B-F2F2-AF72-11829994B38A}"/>
                </a:ext>
              </a:extLst>
            </p:cNvPr>
            <p:cNvSpPr/>
            <p:nvPr userDrawn="1"/>
          </p:nvSpPr>
          <p:spPr>
            <a:xfrm>
              <a:off x="12627864" y="1364169"/>
              <a:ext cx="246888" cy="2468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D27272F-1FC1-D499-BB49-7480A6194883}"/>
                </a:ext>
              </a:extLst>
            </p:cNvPr>
            <p:cNvSpPr/>
            <p:nvPr userDrawn="1"/>
          </p:nvSpPr>
          <p:spPr>
            <a:xfrm>
              <a:off x="12627864" y="1657350"/>
              <a:ext cx="246888" cy="24688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6B85181-A0F3-DD97-20FA-9DC0F9DBF524}"/>
                </a:ext>
              </a:extLst>
            </p:cNvPr>
            <p:cNvSpPr/>
            <p:nvPr userDrawn="1"/>
          </p:nvSpPr>
          <p:spPr>
            <a:xfrm>
              <a:off x="12326112" y="1657350"/>
              <a:ext cx="246888" cy="246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9497DA-7C92-4A96-AA5F-465C4E518768}"/>
              </a:ext>
            </a:extLst>
          </p:cNvPr>
          <p:cNvCxnSpPr/>
          <p:nvPr/>
        </p:nvCxnSpPr>
        <p:spPr>
          <a:xfrm>
            <a:off x="808731" y="8700533"/>
            <a:ext cx="0" cy="28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CB89D83-4FDB-8309-D2AB-1E638CC8A1CF}"/>
              </a:ext>
            </a:extLst>
          </p:cNvPr>
          <p:cNvSpPr txBox="1">
            <a:spLocks/>
          </p:cNvSpPr>
          <p:nvPr/>
        </p:nvSpPr>
        <p:spPr>
          <a:xfrm>
            <a:off x="996008" y="8614744"/>
            <a:ext cx="5486400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333">
                <a:solidFill>
                  <a:schemeClr val="tx1"/>
                </a:solidFill>
                <a:latin typeface="+mj-lt"/>
              </a:rPr>
              <a:t>© </a:t>
            </a:r>
            <a:r>
              <a:rPr lang="en-IN" sz="1333" err="1">
                <a:solidFill>
                  <a:schemeClr val="tx1"/>
                </a:solidFill>
                <a:latin typeface="+mj-lt"/>
              </a:rPr>
              <a:t>Coforge</a:t>
            </a:r>
            <a:r>
              <a:rPr lang="en-IN" sz="1333">
                <a:solidFill>
                  <a:schemeClr val="tx1"/>
                </a:solidFill>
                <a:latin typeface="+mj-lt"/>
              </a:rPr>
              <a:t>, 2025 | Confidential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0BE9D8D4-3ACF-F9F8-3172-2D7A0B8E055C}"/>
              </a:ext>
            </a:extLst>
          </p:cNvPr>
          <p:cNvSpPr txBox="1">
            <a:spLocks/>
          </p:cNvSpPr>
          <p:nvPr/>
        </p:nvSpPr>
        <p:spPr>
          <a:xfrm>
            <a:off x="266955" y="8598360"/>
            <a:ext cx="547888" cy="486833"/>
          </a:xfrm>
          <a:prstGeom prst="rect">
            <a:avLst/>
          </a:prstGeom>
        </p:spPr>
        <p:txBody>
          <a:bodyPr vert="horz" lIns="0" tIns="60960" rIns="121920" bIns="6096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F785132-0981-44D9-9CCF-B39EFD8AF1CE}" type="slidenum">
              <a:rPr lang="en-IN" sz="1867" b="1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IN" sz="1867" b="1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54470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86" r:id="rId19"/>
    <p:sldLayoutId id="2147483680" r:id="rId20"/>
    <p:sldLayoutId id="2147483681" r:id="rId21"/>
    <p:sldLayoutId id="2147483682" r:id="rId22"/>
    <p:sldLayoutId id="2147483684" r:id="rId23"/>
    <p:sldLayoutId id="2147483685" r:id="rId24"/>
    <p:sldLayoutId id="2147483857" r:id="rId25"/>
    <p:sldLayoutId id="2147483858" r:id="rId26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DD14F9-7F75-BE41-8897-54744C42B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23" y="2809073"/>
            <a:ext cx="10332235" cy="1645576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AI Powered SQL Query Generator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2F8040-8F5A-AF5F-FE2B-CB7669A781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endParaRPr lang="en-US" sz="3700" dirty="0">
              <a:ea typeface="Tahoma"/>
              <a:cs typeface="Tahoma"/>
            </a:endParaRPr>
          </a:p>
          <a:p>
            <a:r>
              <a:rPr lang="en-US" sz="3700" dirty="0"/>
              <a:t>June-26</a:t>
            </a:r>
            <a:endParaRPr lang="en-US" sz="3700" dirty="0">
              <a:ea typeface="Tahoma"/>
              <a:cs typeface="Tahoma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68CD33C-A7E5-CA81-C807-F189BCE6C905}"/>
              </a:ext>
            </a:extLst>
          </p:cNvPr>
          <p:cNvSpPr txBox="1">
            <a:spLocks/>
          </p:cNvSpPr>
          <p:nvPr/>
        </p:nvSpPr>
        <p:spPr>
          <a:xfrm>
            <a:off x="13116984" y="6999818"/>
            <a:ext cx="9531552" cy="1873251"/>
          </a:xfrm>
          <a:prstGeom prst="rect">
            <a:avLst/>
          </a:prstGeom>
          <a:noFill/>
        </p:spPr>
        <p:txBody>
          <a:bodyPr vert="horz" lIns="0" tIns="45720" rIns="91440" bIns="45720" rtlCol="0" anchor="t">
            <a:normAutofit/>
          </a:bodyPr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Tx/>
              <a:buNone/>
              <a:defRPr sz="3733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585" indent="0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19170" indent="0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828754" indent="0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438339" indent="0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700" dirty="0">
              <a:ea typeface="Tahoma"/>
              <a:cs typeface="Tahoma"/>
            </a:endParaRPr>
          </a:p>
          <a:p>
            <a:r>
              <a:rPr lang="en-US" sz="3700" dirty="0" err="1"/>
              <a:t>AIWeavers</a:t>
            </a:r>
            <a:endParaRPr lang="en-US" sz="3700" dirty="0"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760659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B1AF-042C-8210-3D5D-06EE2F0D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99F28B9-E959-FEA7-5DB3-100E127DCC87}"/>
              </a:ext>
            </a:extLst>
          </p:cNvPr>
          <p:cNvGrpSpPr/>
          <p:nvPr/>
        </p:nvGrpSpPr>
        <p:grpSpPr>
          <a:xfrm>
            <a:off x="588962" y="269690"/>
            <a:ext cx="14875895" cy="495529"/>
            <a:chOff x="588962" y="269690"/>
            <a:chExt cx="14875895" cy="495529"/>
          </a:xfrm>
        </p:grpSpPr>
        <p:sp>
          <p:nvSpPr>
            <p:cNvPr id="7" name="Circle">
              <a:extLst>
                <a:ext uri="{FF2B5EF4-FFF2-40B4-BE49-F238E27FC236}">
                  <a16:creationId xmlns:a16="http://schemas.microsoft.com/office/drawing/2014/main" id="{2459857C-B843-A1C3-DD74-CD4FAAC88F86}"/>
                </a:ext>
              </a:extLst>
            </p:cNvPr>
            <p:cNvSpPr/>
            <p:nvPr/>
          </p:nvSpPr>
          <p:spPr>
            <a:xfrm>
              <a:off x="588962" y="269690"/>
              <a:ext cx="2975179" cy="495529"/>
            </a:xfrm>
            <a:prstGeom prst="snip1Rect">
              <a:avLst/>
            </a:prstGeom>
            <a:solidFill>
              <a:schemeClr val="accent2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2"/>
                  </a:solidFill>
                </a:rPr>
                <a:t>Problem Statement</a:t>
              </a:r>
            </a:p>
          </p:txBody>
        </p:sp>
        <p:sp>
          <p:nvSpPr>
            <p:cNvPr id="8" name="Circle">
              <a:extLst>
                <a:ext uri="{FF2B5EF4-FFF2-40B4-BE49-F238E27FC236}">
                  <a16:creationId xmlns:a16="http://schemas.microsoft.com/office/drawing/2014/main" id="{25F66F58-0350-81B4-9E03-00C770455FE5}"/>
                </a:ext>
              </a:extLst>
            </p:cNvPr>
            <p:cNvSpPr/>
            <p:nvPr/>
          </p:nvSpPr>
          <p:spPr>
            <a:xfrm>
              <a:off x="6539320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Technical Details</a:t>
              </a:r>
            </a:p>
          </p:txBody>
        </p:sp>
        <p:sp>
          <p:nvSpPr>
            <p:cNvPr id="9" name="Circle">
              <a:extLst>
                <a:ext uri="{FF2B5EF4-FFF2-40B4-BE49-F238E27FC236}">
                  <a16:creationId xmlns:a16="http://schemas.microsoft.com/office/drawing/2014/main" id="{6011F392-16D3-6062-B13C-5EBB593CACAE}"/>
                </a:ext>
              </a:extLst>
            </p:cNvPr>
            <p:cNvSpPr/>
            <p:nvPr/>
          </p:nvSpPr>
          <p:spPr>
            <a:xfrm>
              <a:off x="3564141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Target Audience</a:t>
              </a:r>
            </a:p>
          </p:txBody>
        </p:sp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86BD1B0C-C0E4-ED09-6672-FF8AE78D4A5C}"/>
                </a:ext>
              </a:extLst>
            </p:cNvPr>
            <p:cNvSpPr/>
            <p:nvPr/>
          </p:nvSpPr>
          <p:spPr>
            <a:xfrm>
              <a:off x="9514499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Cost</a:t>
              </a:r>
            </a:p>
          </p:txBody>
        </p:sp>
        <p:sp>
          <p:nvSpPr>
            <p:cNvPr id="13" name="Circle">
              <a:extLst>
                <a:ext uri="{FF2B5EF4-FFF2-40B4-BE49-F238E27FC236}">
                  <a16:creationId xmlns:a16="http://schemas.microsoft.com/office/drawing/2014/main" id="{5539404D-0C15-EA54-86AD-327223E5F277}"/>
                </a:ext>
              </a:extLst>
            </p:cNvPr>
            <p:cNvSpPr/>
            <p:nvPr/>
          </p:nvSpPr>
          <p:spPr>
            <a:xfrm>
              <a:off x="12489678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Future Enhancements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6F76C39-BCC1-EC57-CB0C-1BFE9B2A6D34}"/>
              </a:ext>
            </a:extLst>
          </p:cNvPr>
          <p:cNvSpPr txBox="1"/>
          <p:nvPr/>
        </p:nvSpPr>
        <p:spPr>
          <a:xfrm>
            <a:off x="487362" y="8058552"/>
            <a:ext cx="148165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i="1" dirty="0">
                <a:solidFill>
                  <a:schemeClr val="bg2">
                    <a:lumMod val="90000"/>
                  </a:schemeClr>
                </a:solidFill>
              </a:rPr>
              <a:t>There is a need for a system that simplifies data access by allowing users to connect their own data sources and generate SQL queries using natural language.</a:t>
            </a:r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682B6636-C840-4B63-E076-5E1C12D442CD}"/>
              </a:ext>
            </a:extLst>
          </p:cNvPr>
          <p:cNvGrpSpPr/>
          <p:nvPr/>
        </p:nvGrpSpPr>
        <p:grpSpPr>
          <a:xfrm>
            <a:off x="4619146" y="2057721"/>
            <a:ext cx="5739696" cy="5404574"/>
            <a:chOff x="3064669" y="1388112"/>
            <a:chExt cx="3014662" cy="3755386"/>
          </a:xfrm>
        </p:grpSpPr>
        <p:grpSp>
          <p:nvGrpSpPr>
            <p:cNvPr id="204" name="Group 36">
              <a:extLst>
                <a:ext uri="{FF2B5EF4-FFF2-40B4-BE49-F238E27FC236}">
                  <a16:creationId xmlns:a16="http://schemas.microsoft.com/office/drawing/2014/main" id="{FFF866F6-D778-57B1-5246-D6AFA11D2BFB}"/>
                </a:ext>
              </a:extLst>
            </p:cNvPr>
            <p:cNvGrpSpPr/>
            <p:nvPr/>
          </p:nvGrpSpPr>
          <p:grpSpPr>
            <a:xfrm>
              <a:off x="4489102" y="1388112"/>
              <a:ext cx="165795" cy="3755386"/>
              <a:chOff x="4489102" y="1388112"/>
              <a:chExt cx="165795" cy="3755386"/>
            </a:xfrm>
          </p:grpSpPr>
          <p:sp>
            <p:nvSpPr>
              <p:cNvPr id="205" name="Freeform 5">
                <a:extLst>
                  <a:ext uri="{FF2B5EF4-FFF2-40B4-BE49-F238E27FC236}">
                    <a16:creationId xmlns:a16="http://schemas.microsoft.com/office/drawing/2014/main" id="{DE270C3E-496E-E5E1-1F2F-C0D9B2C2D2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9102" y="1565952"/>
                <a:ext cx="165795" cy="3577546"/>
              </a:xfrm>
              <a:prstGeom prst="rect">
                <a:avLst/>
              </a:prstGeom>
              <a:gradFill>
                <a:gsLst>
                  <a:gs pos="100000">
                    <a:srgbClr val="FFFFFF">
                      <a:lumMod val="75000"/>
                    </a:srgbClr>
                  </a:gs>
                  <a:gs pos="54000">
                    <a:srgbClr val="FFFFFF">
                      <a:lumMod val="95000"/>
                    </a:srgbClr>
                  </a:gs>
                  <a:gs pos="51000">
                    <a:srgbClr val="FFFFFF">
                      <a:lumMod val="85000"/>
                    </a:srgbClr>
                  </a:gs>
                </a:gsLst>
                <a:lin ang="0" scaled="0"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03162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Roboto Condensed"/>
                </a:endParaRPr>
              </a:p>
            </p:txBody>
          </p:sp>
          <p:sp>
            <p:nvSpPr>
              <p:cNvPr id="206" name="Oval 7">
                <a:extLst>
                  <a:ext uri="{FF2B5EF4-FFF2-40B4-BE49-F238E27FC236}">
                    <a16:creationId xmlns:a16="http://schemas.microsoft.com/office/drawing/2014/main" id="{0792EB4D-8F94-4883-5B0D-CCF461407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102" y="1388112"/>
                <a:ext cx="165795" cy="161125"/>
              </a:xfrm>
              <a:prstGeom prst="ellipse">
                <a:avLst/>
              </a:prstGeom>
              <a:solidFill>
                <a:srgbClr val="FFFFFF">
                  <a:lumMod val="65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03162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Roboto Condensed"/>
                </a:endParaRPr>
              </a:p>
            </p:txBody>
          </p:sp>
        </p:grpSp>
        <p:grpSp>
          <p:nvGrpSpPr>
            <p:cNvPr id="207" name="Group 100">
              <a:extLst>
                <a:ext uri="{FF2B5EF4-FFF2-40B4-BE49-F238E27FC236}">
                  <a16:creationId xmlns:a16="http://schemas.microsoft.com/office/drawing/2014/main" id="{87F89466-4AE3-C00A-DCBF-537FE7B476B5}"/>
                </a:ext>
              </a:extLst>
            </p:cNvPr>
            <p:cNvGrpSpPr/>
            <p:nvPr/>
          </p:nvGrpSpPr>
          <p:grpSpPr>
            <a:xfrm>
              <a:off x="3064669" y="2117042"/>
              <a:ext cx="1482812" cy="889688"/>
              <a:chOff x="3064669" y="2117042"/>
              <a:chExt cx="1482812" cy="889688"/>
            </a:xfrm>
          </p:grpSpPr>
          <p:grpSp>
            <p:nvGrpSpPr>
              <p:cNvPr id="208" name="Group 31">
                <a:extLst>
                  <a:ext uri="{FF2B5EF4-FFF2-40B4-BE49-F238E27FC236}">
                    <a16:creationId xmlns:a16="http://schemas.microsoft.com/office/drawing/2014/main" id="{9FA3EB35-9964-9907-9485-4AB12954510A}"/>
                  </a:ext>
                </a:extLst>
              </p:cNvPr>
              <p:cNvGrpSpPr/>
              <p:nvPr/>
            </p:nvGrpSpPr>
            <p:grpSpPr>
              <a:xfrm>
                <a:off x="3064669" y="2117042"/>
                <a:ext cx="1482812" cy="889688"/>
                <a:chOff x="3563938" y="1866900"/>
                <a:chExt cx="1008063" cy="604838"/>
              </a:xfrm>
            </p:grpSpPr>
            <p:sp>
              <p:nvSpPr>
                <p:cNvPr id="210" name="Freeform 14">
                  <a:extLst>
                    <a:ext uri="{FF2B5EF4-FFF2-40B4-BE49-F238E27FC236}">
                      <a16:creationId xmlns:a16="http://schemas.microsoft.com/office/drawing/2014/main" id="{FA9B19D1-E5D6-DA52-8061-40070BA57D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3938" y="2062163"/>
                  <a:ext cx="1008063" cy="409575"/>
                </a:xfrm>
                <a:custGeom>
                  <a:avLst/>
                  <a:gdLst/>
                  <a:ahLst/>
                  <a:cxnLst>
                    <a:cxn ang="0">
                      <a:pos x="635" y="241"/>
                    </a:cxn>
                    <a:cxn ang="0">
                      <a:pos x="616" y="258"/>
                    </a:cxn>
                    <a:cxn ang="0">
                      <a:pos x="73" y="154"/>
                    </a:cxn>
                    <a:cxn ang="0">
                      <a:pos x="0" y="44"/>
                    </a:cxn>
                    <a:cxn ang="0">
                      <a:pos x="0" y="0"/>
                    </a:cxn>
                    <a:cxn ang="0">
                      <a:pos x="635" y="241"/>
                    </a:cxn>
                  </a:cxnLst>
                  <a:rect l="0" t="0" r="r" b="b"/>
                  <a:pathLst>
                    <a:path w="635" h="258">
                      <a:moveTo>
                        <a:pt x="635" y="241"/>
                      </a:moveTo>
                      <a:lnTo>
                        <a:pt x="616" y="258"/>
                      </a:lnTo>
                      <a:lnTo>
                        <a:pt x="73" y="154"/>
                      </a:lnTo>
                      <a:lnTo>
                        <a:pt x="0" y="44"/>
                      </a:lnTo>
                      <a:lnTo>
                        <a:pt x="0" y="0"/>
                      </a:lnTo>
                      <a:lnTo>
                        <a:pt x="635" y="241"/>
                      </a:lnTo>
                      <a:close/>
                    </a:path>
                  </a:pathLst>
                </a:custGeom>
                <a:solidFill>
                  <a:srgbClr val="237DB9">
                    <a:lumMod val="50000"/>
                  </a:srgb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3162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 Condensed"/>
                  </a:endParaRPr>
                </a:p>
              </p:txBody>
            </p:sp>
            <p:sp>
              <p:nvSpPr>
                <p:cNvPr id="211" name="Freeform 15">
                  <a:extLst>
                    <a:ext uri="{FF2B5EF4-FFF2-40B4-BE49-F238E27FC236}">
                      <a16:creationId xmlns:a16="http://schemas.microsoft.com/office/drawing/2014/main" id="{372E508E-7B34-5F88-7F25-418BED0AB3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3938" y="1866900"/>
                  <a:ext cx="1008063" cy="577850"/>
                </a:xfrm>
                <a:custGeom>
                  <a:avLst/>
                  <a:gdLst/>
                  <a:ahLst/>
                  <a:cxnLst>
                    <a:cxn ang="0">
                      <a:pos x="0" y="123"/>
                    </a:cxn>
                    <a:cxn ang="0">
                      <a:pos x="93" y="262"/>
                    </a:cxn>
                    <a:cxn ang="0">
                      <a:pos x="635" y="364"/>
                    </a:cxn>
                    <a:cxn ang="0">
                      <a:pos x="635" y="110"/>
                    </a:cxn>
                    <a:cxn ang="0">
                      <a:pos x="95" y="0"/>
                    </a:cxn>
                    <a:cxn ang="0">
                      <a:pos x="0" y="123"/>
                    </a:cxn>
                  </a:cxnLst>
                  <a:rect l="0" t="0" r="r" b="b"/>
                  <a:pathLst>
                    <a:path w="635" h="364">
                      <a:moveTo>
                        <a:pt x="0" y="123"/>
                      </a:moveTo>
                      <a:lnTo>
                        <a:pt x="93" y="262"/>
                      </a:lnTo>
                      <a:lnTo>
                        <a:pt x="635" y="364"/>
                      </a:lnTo>
                      <a:lnTo>
                        <a:pt x="635" y="110"/>
                      </a:lnTo>
                      <a:lnTo>
                        <a:pt x="95" y="0"/>
                      </a:lnTo>
                      <a:lnTo>
                        <a:pt x="0" y="123"/>
                      </a:lnTo>
                      <a:close/>
                    </a:path>
                  </a:pathLst>
                </a:custGeom>
                <a:solidFill>
                  <a:srgbClr val="237DB9">
                    <a:lumMod val="60000"/>
                    <a:lumOff val="40000"/>
                  </a:srgb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3162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 Condensed"/>
                  </a:endParaRPr>
                </a:p>
              </p:txBody>
            </p:sp>
            <p:sp>
              <p:nvSpPr>
                <p:cNvPr id="212" name="Freeform 17">
                  <a:extLst>
                    <a:ext uri="{FF2B5EF4-FFF2-40B4-BE49-F238E27FC236}">
                      <a16:creationId xmlns:a16="http://schemas.microsoft.com/office/drawing/2014/main" id="{D98FEA51-415A-90EB-A22F-4787394788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25850" y="1916113"/>
                  <a:ext cx="906463" cy="481013"/>
                </a:xfrm>
                <a:custGeom>
                  <a:avLst/>
                  <a:gdLst/>
                  <a:ahLst/>
                  <a:cxnLst>
                    <a:cxn ang="0">
                      <a:pos x="0" y="96"/>
                    </a:cxn>
                    <a:cxn ang="0">
                      <a:pos x="73" y="0"/>
                    </a:cxn>
                    <a:cxn ang="0">
                      <a:pos x="571" y="96"/>
                    </a:cxn>
                    <a:cxn ang="0">
                      <a:pos x="571" y="303"/>
                    </a:cxn>
                    <a:cxn ang="0">
                      <a:pos x="74" y="211"/>
                    </a:cxn>
                    <a:cxn ang="0">
                      <a:pos x="0" y="96"/>
                    </a:cxn>
                  </a:cxnLst>
                  <a:rect l="0" t="0" r="r" b="b"/>
                  <a:pathLst>
                    <a:path w="571" h="303">
                      <a:moveTo>
                        <a:pt x="0" y="96"/>
                      </a:moveTo>
                      <a:lnTo>
                        <a:pt x="73" y="0"/>
                      </a:lnTo>
                      <a:lnTo>
                        <a:pt x="571" y="96"/>
                      </a:lnTo>
                      <a:lnTo>
                        <a:pt x="571" y="303"/>
                      </a:lnTo>
                      <a:lnTo>
                        <a:pt x="74" y="211"/>
                      </a:lnTo>
                      <a:lnTo>
                        <a:pt x="0" y="96"/>
                      </a:lnTo>
                      <a:close/>
                    </a:path>
                  </a:pathLst>
                </a:custGeom>
                <a:solidFill>
                  <a:srgbClr val="237DB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3162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 Condensed"/>
                  </a:endParaRPr>
                </a:p>
              </p:txBody>
            </p:sp>
            <p:sp>
              <p:nvSpPr>
                <p:cNvPr id="213" name="Freeform 18">
                  <a:extLst>
                    <a:ext uri="{FF2B5EF4-FFF2-40B4-BE49-F238E27FC236}">
                      <a16:creationId xmlns:a16="http://schemas.microsoft.com/office/drawing/2014/main" id="{8BA40F71-D72E-45B8-823E-6F26383C14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41738" y="1916113"/>
                  <a:ext cx="790575" cy="48101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90" y="106"/>
                    </a:cxn>
                    <a:cxn ang="0">
                      <a:pos x="490" y="302"/>
                    </a:cxn>
                    <a:cxn ang="0">
                      <a:pos x="498" y="303"/>
                    </a:cxn>
                    <a:cxn ang="0">
                      <a:pos x="498" y="9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98" h="303">
                      <a:moveTo>
                        <a:pt x="0" y="0"/>
                      </a:moveTo>
                      <a:lnTo>
                        <a:pt x="490" y="106"/>
                      </a:lnTo>
                      <a:lnTo>
                        <a:pt x="490" y="302"/>
                      </a:lnTo>
                      <a:lnTo>
                        <a:pt x="498" y="303"/>
                      </a:lnTo>
                      <a:lnTo>
                        <a:pt x="498" y="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37DB9">
                    <a:lumMod val="50000"/>
                  </a:srgb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3162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 Condensed"/>
                  </a:endParaRPr>
                </a:p>
              </p:txBody>
            </p:sp>
          </p:grp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3F0629B9-6DBA-789D-6259-8223D93562BF}"/>
                  </a:ext>
                </a:extLst>
              </p:cNvPr>
              <p:cNvSpPr txBox="1"/>
              <p:nvPr/>
            </p:nvSpPr>
            <p:spPr>
              <a:xfrm rot="559897">
                <a:off x="3460493" y="2467311"/>
                <a:ext cx="830159" cy="1924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103162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Roboto Condensed" panose="02000000000000000000" pitchFamily="2" charset="0"/>
                    <a:cs typeface="Roboto Condensed" panose="02000000000000000000" pitchFamily="2" charset="0"/>
                  </a:rPr>
                  <a:t>SQL Querying</a:t>
                </a:r>
              </a:p>
            </p:txBody>
          </p:sp>
        </p:grpSp>
        <p:grpSp>
          <p:nvGrpSpPr>
            <p:cNvPr id="214" name="Group 101">
              <a:extLst>
                <a:ext uri="{FF2B5EF4-FFF2-40B4-BE49-F238E27FC236}">
                  <a16:creationId xmlns:a16="http://schemas.microsoft.com/office/drawing/2014/main" id="{FFB8D806-5F31-47ED-8EE1-C1BD9B0F1BE9}"/>
                </a:ext>
              </a:extLst>
            </p:cNvPr>
            <p:cNvGrpSpPr/>
            <p:nvPr/>
          </p:nvGrpSpPr>
          <p:grpSpPr>
            <a:xfrm>
              <a:off x="4596519" y="1491226"/>
              <a:ext cx="1482812" cy="892022"/>
              <a:chOff x="4596519" y="1491226"/>
              <a:chExt cx="1482812" cy="892022"/>
            </a:xfrm>
          </p:grpSpPr>
          <p:grpSp>
            <p:nvGrpSpPr>
              <p:cNvPr id="215" name="Group 32">
                <a:extLst>
                  <a:ext uri="{FF2B5EF4-FFF2-40B4-BE49-F238E27FC236}">
                    <a16:creationId xmlns:a16="http://schemas.microsoft.com/office/drawing/2014/main" id="{C7F077D0-6006-9482-5BE1-28CA24E711F9}"/>
                  </a:ext>
                </a:extLst>
              </p:cNvPr>
              <p:cNvGrpSpPr/>
              <p:nvPr/>
            </p:nvGrpSpPr>
            <p:grpSpPr>
              <a:xfrm>
                <a:off x="4596519" y="1491226"/>
                <a:ext cx="1482812" cy="892022"/>
                <a:chOff x="4605338" y="1441450"/>
                <a:chExt cx="1008063" cy="606425"/>
              </a:xfrm>
            </p:grpSpPr>
            <p:sp>
              <p:nvSpPr>
                <p:cNvPr id="217" name="Freeform 9">
                  <a:extLst>
                    <a:ext uri="{FF2B5EF4-FFF2-40B4-BE49-F238E27FC236}">
                      <a16:creationId xmlns:a16="http://schemas.microsoft.com/office/drawing/2014/main" id="{7C072B55-F594-3808-A6A5-A83B67DD8A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5338" y="1635125"/>
                  <a:ext cx="1008063" cy="412750"/>
                </a:xfrm>
                <a:custGeom>
                  <a:avLst/>
                  <a:gdLst/>
                  <a:ahLst/>
                  <a:cxnLst>
                    <a:cxn ang="0">
                      <a:pos x="0" y="243"/>
                    </a:cxn>
                    <a:cxn ang="0">
                      <a:pos x="19" y="260"/>
                    </a:cxn>
                    <a:cxn ang="0">
                      <a:pos x="562" y="156"/>
                    </a:cxn>
                    <a:cxn ang="0">
                      <a:pos x="635" y="45"/>
                    </a:cxn>
                    <a:cxn ang="0">
                      <a:pos x="635" y="0"/>
                    </a:cxn>
                    <a:cxn ang="0">
                      <a:pos x="0" y="243"/>
                    </a:cxn>
                  </a:cxnLst>
                  <a:rect l="0" t="0" r="r" b="b"/>
                  <a:pathLst>
                    <a:path w="635" h="260">
                      <a:moveTo>
                        <a:pt x="0" y="243"/>
                      </a:moveTo>
                      <a:lnTo>
                        <a:pt x="19" y="260"/>
                      </a:lnTo>
                      <a:lnTo>
                        <a:pt x="562" y="156"/>
                      </a:lnTo>
                      <a:lnTo>
                        <a:pt x="635" y="45"/>
                      </a:lnTo>
                      <a:lnTo>
                        <a:pt x="635" y="0"/>
                      </a:lnTo>
                      <a:lnTo>
                        <a:pt x="0" y="243"/>
                      </a:lnTo>
                      <a:close/>
                    </a:path>
                  </a:pathLst>
                </a:custGeom>
                <a:solidFill>
                  <a:srgbClr val="15AA96">
                    <a:lumMod val="50000"/>
                  </a:srgb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3162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 Condensed"/>
                  </a:endParaRPr>
                </a:p>
              </p:txBody>
            </p:sp>
            <p:sp>
              <p:nvSpPr>
                <p:cNvPr id="218" name="Freeform 10">
                  <a:extLst>
                    <a:ext uri="{FF2B5EF4-FFF2-40B4-BE49-F238E27FC236}">
                      <a16:creationId xmlns:a16="http://schemas.microsoft.com/office/drawing/2014/main" id="{3D2CAE5F-1D7F-8C1F-C5C4-6CDA74E053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5338" y="1441450"/>
                  <a:ext cx="1008063" cy="579438"/>
                </a:xfrm>
                <a:custGeom>
                  <a:avLst/>
                  <a:gdLst/>
                  <a:ahLst/>
                  <a:cxnLst>
                    <a:cxn ang="0">
                      <a:pos x="0" y="109"/>
                    </a:cxn>
                    <a:cxn ang="0">
                      <a:pos x="0" y="365"/>
                    </a:cxn>
                    <a:cxn ang="0">
                      <a:pos x="542" y="262"/>
                    </a:cxn>
                    <a:cxn ang="0">
                      <a:pos x="635" y="122"/>
                    </a:cxn>
                    <a:cxn ang="0">
                      <a:pos x="540" y="0"/>
                    </a:cxn>
                    <a:cxn ang="0">
                      <a:pos x="0" y="109"/>
                    </a:cxn>
                  </a:cxnLst>
                  <a:rect l="0" t="0" r="r" b="b"/>
                  <a:pathLst>
                    <a:path w="635" h="365">
                      <a:moveTo>
                        <a:pt x="0" y="109"/>
                      </a:moveTo>
                      <a:lnTo>
                        <a:pt x="0" y="365"/>
                      </a:lnTo>
                      <a:lnTo>
                        <a:pt x="542" y="262"/>
                      </a:lnTo>
                      <a:lnTo>
                        <a:pt x="635" y="122"/>
                      </a:lnTo>
                      <a:lnTo>
                        <a:pt x="540" y="0"/>
                      </a:lnTo>
                      <a:lnTo>
                        <a:pt x="0" y="109"/>
                      </a:lnTo>
                      <a:close/>
                    </a:path>
                  </a:pathLst>
                </a:custGeom>
                <a:solidFill>
                  <a:srgbClr val="15AA96">
                    <a:lumMod val="60000"/>
                    <a:lumOff val="40000"/>
                  </a:srgb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3162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 Condensed"/>
                  </a:endParaRPr>
                </a:p>
              </p:txBody>
            </p:sp>
            <p:sp>
              <p:nvSpPr>
                <p:cNvPr id="219" name="Freeform 12">
                  <a:extLst>
                    <a:ext uri="{FF2B5EF4-FFF2-40B4-BE49-F238E27FC236}">
                      <a16:creationId xmlns:a16="http://schemas.microsoft.com/office/drawing/2014/main" id="{3C4B2D6D-9DED-AAAD-417F-22F17FB65D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5025" y="1492250"/>
                  <a:ext cx="906463" cy="481013"/>
                </a:xfrm>
                <a:custGeom>
                  <a:avLst/>
                  <a:gdLst/>
                  <a:ahLst/>
                  <a:cxnLst>
                    <a:cxn ang="0">
                      <a:pos x="571" y="95"/>
                    </a:cxn>
                    <a:cxn ang="0">
                      <a:pos x="498" y="0"/>
                    </a:cxn>
                    <a:cxn ang="0">
                      <a:pos x="0" y="95"/>
                    </a:cxn>
                    <a:cxn ang="0">
                      <a:pos x="0" y="303"/>
                    </a:cxn>
                    <a:cxn ang="0">
                      <a:pos x="497" y="210"/>
                    </a:cxn>
                    <a:cxn ang="0">
                      <a:pos x="571" y="95"/>
                    </a:cxn>
                  </a:cxnLst>
                  <a:rect l="0" t="0" r="r" b="b"/>
                  <a:pathLst>
                    <a:path w="571" h="303">
                      <a:moveTo>
                        <a:pt x="571" y="95"/>
                      </a:moveTo>
                      <a:lnTo>
                        <a:pt x="498" y="0"/>
                      </a:lnTo>
                      <a:lnTo>
                        <a:pt x="0" y="95"/>
                      </a:lnTo>
                      <a:lnTo>
                        <a:pt x="0" y="303"/>
                      </a:lnTo>
                      <a:lnTo>
                        <a:pt x="497" y="210"/>
                      </a:lnTo>
                      <a:lnTo>
                        <a:pt x="571" y="95"/>
                      </a:lnTo>
                      <a:close/>
                    </a:path>
                  </a:pathLst>
                </a:custGeom>
                <a:solidFill>
                  <a:srgbClr val="15AA9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3162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 Condensed"/>
                  </a:endParaRPr>
                </a:p>
              </p:txBody>
            </p:sp>
            <p:sp>
              <p:nvSpPr>
                <p:cNvPr id="220" name="Freeform 13">
                  <a:extLst>
                    <a:ext uri="{FF2B5EF4-FFF2-40B4-BE49-F238E27FC236}">
                      <a16:creationId xmlns:a16="http://schemas.microsoft.com/office/drawing/2014/main" id="{4A581FD1-895F-0C60-B928-BE075EF00B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5025" y="1492250"/>
                  <a:ext cx="790575" cy="481013"/>
                </a:xfrm>
                <a:custGeom>
                  <a:avLst/>
                  <a:gdLst/>
                  <a:ahLst/>
                  <a:cxnLst>
                    <a:cxn ang="0">
                      <a:pos x="498" y="0"/>
                    </a:cxn>
                    <a:cxn ang="0">
                      <a:pos x="8" y="105"/>
                    </a:cxn>
                    <a:cxn ang="0">
                      <a:pos x="8" y="301"/>
                    </a:cxn>
                    <a:cxn ang="0">
                      <a:pos x="0" y="303"/>
                    </a:cxn>
                    <a:cxn ang="0">
                      <a:pos x="0" y="95"/>
                    </a:cxn>
                    <a:cxn ang="0">
                      <a:pos x="498" y="0"/>
                    </a:cxn>
                  </a:cxnLst>
                  <a:rect l="0" t="0" r="r" b="b"/>
                  <a:pathLst>
                    <a:path w="498" h="303">
                      <a:moveTo>
                        <a:pt x="498" y="0"/>
                      </a:moveTo>
                      <a:lnTo>
                        <a:pt x="8" y="105"/>
                      </a:lnTo>
                      <a:lnTo>
                        <a:pt x="8" y="301"/>
                      </a:lnTo>
                      <a:lnTo>
                        <a:pt x="0" y="303"/>
                      </a:lnTo>
                      <a:lnTo>
                        <a:pt x="0" y="95"/>
                      </a:lnTo>
                      <a:lnTo>
                        <a:pt x="498" y="0"/>
                      </a:lnTo>
                      <a:close/>
                    </a:path>
                  </a:pathLst>
                </a:custGeom>
                <a:solidFill>
                  <a:srgbClr val="15AA96">
                    <a:lumMod val="50000"/>
                  </a:srgb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3162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 Condensed"/>
                  </a:endParaRPr>
                </a:p>
              </p:txBody>
            </p:sp>
          </p:grp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C10AD976-AB03-ED85-D1E0-3DB72548679E}"/>
                  </a:ext>
                </a:extLst>
              </p:cNvPr>
              <p:cNvSpPr txBox="1"/>
              <p:nvPr/>
            </p:nvSpPr>
            <p:spPr>
              <a:xfrm rot="20990640">
                <a:off x="4900950" y="1823009"/>
                <a:ext cx="699657" cy="1924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ctr" defTabSz="103162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kern="0" dirty="0">
                    <a:solidFill>
                      <a:srgbClr val="FFFFFF"/>
                    </a:solidFill>
                    <a:ea typeface="Roboto Condensed" panose="02000000000000000000" pitchFamily="2" charset="0"/>
                    <a:cs typeface="Roboto Condensed" panose="02000000000000000000" pitchFamily="2" charset="0"/>
                  </a:rPr>
                  <a:t>Integration</a:t>
                </a:r>
              </a:p>
            </p:txBody>
          </p:sp>
        </p:grpSp>
        <p:grpSp>
          <p:nvGrpSpPr>
            <p:cNvPr id="221" name="Group 102">
              <a:extLst>
                <a:ext uri="{FF2B5EF4-FFF2-40B4-BE49-F238E27FC236}">
                  <a16:creationId xmlns:a16="http://schemas.microsoft.com/office/drawing/2014/main" id="{BED8C651-B9CC-7B27-485A-50051CB8A8AA}"/>
                </a:ext>
              </a:extLst>
            </p:cNvPr>
            <p:cNvGrpSpPr/>
            <p:nvPr/>
          </p:nvGrpSpPr>
          <p:grpSpPr>
            <a:xfrm>
              <a:off x="4596519" y="2777887"/>
              <a:ext cx="1482812" cy="889688"/>
              <a:chOff x="4596519" y="2777887"/>
              <a:chExt cx="1482812" cy="889688"/>
            </a:xfrm>
          </p:grpSpPr>
          <p:grpSp>
            <p:nvGrpSpPr>
              <p:cNvPr id="222" name="Group 34">
                <a:extLst>
                  <a:ext uri="{FF2B5EF4-FFF2-40B4-BE49-F238E27FC236}">
                    <a16:creationId xmlns:a16="http://schemas.microsoft.com/office/drawing/2014/main" id="{18AB1453-524B-343F-227A-A9936CC63B5A}"/>
                  </a:ext>
                </a:extLst>
              </p:cNvPr>
              <p:cNvGrpSpPr/>
              <p:nvPr/>
            </p:nvGrpSpPr>
            <p:grpSpPr>
              <a:xfrm>
                <a:off x="4596519" y="2777887"/>
                <a:ext cx="1482812" cy="889688"/>
                <a:chOff x="4605338" y="2316163"/>
                <a:chExt cx="1008063" cy="604838"/>
              </a:xfrm>
            </p:grpSpPr>
            <p:sp>
              <p:nvSpPr>
                <p:cNvPr id="224" name="Freeform 24">
                  <a:extLst>
                    <a:ext uri="{FF2B5EF4-FFF2-40B4-BE49-F238E27FC236}">
                      <a16:creationId xmlns:a16="http://schemas.microsoft.com/office/drawing/2014/main" id="{5D16E45B-E908-9EEF-7E71-29802C92C8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5338" y="2509838"/>
                  <a:ext cx="1008063" cy="411163"/>
                </a:xfrm>
                <a:custGeom>
                  <a:avLst/>
                  <a:gdLst/>
                  <a:ahLst/>
                  <a:cxnLst>
                    <a:cxn ang="0">
                      <a:pos x="0" y="242"/>
                    </a:cxn>
                    <a:cxn ang="0">
                      <a:pos x="19" y="259"/>
                    </a:cxn>
                    <a:cxn ang="0">
                      <a:pos x="562" y="155"/>
                    </a:cxn>
                    <a:cxn ang="0">
                      <a:pos x="635" y="45"/>
                    </a:cxn>
                    <a:cxn ang="0">
                      <a:pos x="635" y="0"/>
                    </a:cxn>
                    <a:cxn ang="0">
                      <a:pos x="0" y="242"/>
                    </a:cxn>
                  </a:cxnLst>
                  <a:rect l="0" t="0" r="r" b="b"/>
                  <a:pathLst>
                    <a:path w="635" h="259">
                      <a:moveTo>
                        <a:pt x="0" y="242"/>
                      </a:moveTo>
                      <a:lnTo>
                        <a:pt x="19" y="259"/>
                      </a:lnTo>
                      <a:lnTo>
                        <a:pt x="562" y="155"/>
                      </a:lnTo>
                      <a:lnTo>
                        <a:pt x="635" y="45"/>
                      </a:lnTo>
                      <a:lnTo>
                        <a:pt x="635" y="0"/>
                      </a:lnTo>
                      <a:lnTo>
                        <a:pt x="0" y="242"/>
                      </a:lnTo>
                      <a:close/>
                    </a:path>
                  </a:pathLst>
                </a:custGeom>
                <a:solidFill>
                  <a:srgbClr val="F19B14">
                    <a:lumMod val="50000"/>
                  </a:srgb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3162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 Condensed"/>
                  </a:endParaRPr>
                </a:p>
              </p:txBody>
            </p:sp>
            <p:sp>
              <p:nvSpPr>
                <p:cNvPr id="225" name="Freeform 25">
                  <a:extLst>
                    <a:ext uri="{FF2B5EF4-FFF2-40B4-BE49-F238E27FC236}">
                      <a16:creationId xmlns:a16="http://schemas.microsoft.com/office/drawing/2014/main" id="{C16B8160-4E97-D460-C530-C1B38C7508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05338" y="2316163"/>
                  <a:ext cx="1008063" cy="577850"/>
                </a:xfrm>
                <a:custGeom>
                  <a:avLst/>
                  <a:gdLst/>
                  <a:ahLst/>
                  <a:cxnLst>
                    <a:cxn ang="0">
                      <a:pos x="0" y="110"/>
                    </a:cxn>
                    <a:cxn ang="0">
                      <a:pos x="0" y="364"/>
                    </a:cxn>
                    <a:cxn ang="0">
                      <a:pos x="542" y="262"/>
                    </a:cxn>
                    <a:cxn ang="0">
                      <a:pos x="635" y="122"/>
                    </a:cxn>
                    <a:cxn ang="0">
                      <a:pos x="540" y="0"/>
                    </a:cxn>
                    <a:cxn ang="0">
                      <a:pos x="0" y="110"/>
                    </a:cxn>
                  </a:cxnLst>
                  <a:rect l="0" t="0" r="r" b="b"/>
                  <a:pathLst>
                    <a:path w="635" h="364">
                      <a:moveTo>
                        <a:pt x="0" y="110"/>
                      </a:moveTo>
                      <a:lnTo>
                        <a:pt x="0" y="364"/>
                      </a:lnTo>
                      <a:lnTo>
                        <a:pt x="542" y="262"/>
                      </a:lnTo>
                      <a:lnTo>
                        <a:pt x="635" y="122"/>
                      </a:lnTo>
                      <a:lnTo>
                        <a:pt x="540" y="0"/>
                      </a:lnTo>
                      <a:lnTo>
                        <a:pt x="0" y="110"/>
                      </a:lnTo>
                      <a:close/>
                    </a:path>
                  </a:pathLst>
                </a:custGeom>
                <a:solidFill>
                  <a:srgbClr val="F19B14">
                    <a:lumMod val="60000"/>
                    <a:lumOff val="40000"/>
                  </a:srgb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3162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 Condensed"/>
                  </a:endParaRPr>
                </a:p>
              </p:txBody>
            </p:sp>
            <p:sp>
              <p:nvSpPr>
                <p:cNvPr id="226" name="Freeform 27">
                  <a:extLst>
                    <a:ext uri="{FF2B5EF4-FFF2-40B4-BE49-F238E27FC236}">
                      <a16:creationId xmlns:a16="http://schemas.microsoft.com/office/drawing/2014/main" id="{2EFD9290-6E1F-5ADE-9AE7-DD5923870E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5025" y="2366963"/>
                  <a:ext cx="906463" cy="479425"/>
                </a:xfrm>
                <a:custGeom>
                  <a:avLst/>
                  <a:gdLst/>
                  <a:ahLst/>
                  <a:cxnLst>
                    <a:cxn ang="0">
                      <a:pos x="571" y="95"/>
                    </a:cxn>
                    <a:cxn ang="0">
                      <a:pos x="498" y="0"/>
                    </a:cxn>
                    <a:cxn ang="0">
                      <a:pos x="0" y="95"/>
                    </a:cxn>
                    <a:cxn ang="0">
                      <a:pos x="0" y="302"/>
                    </a:cxn>
                    <a:cxn ang="0">
                      <a:pos x="497" y="210"/>
                    </a:cxn>
                    <a:cxn ang="0">
                      <a:pos x="571" y="95"/>
                    </a:cxn>
                  </a:cxnLst>
                  <a:rect l="0" t="0" r="r" b="b"/>
                  <a:pathLst>
                    <a:path w="571" h="302">
                      <a:moveTo>
                        <a:pt x="571" y="95"/>
                      </a:moveTo>
                      <a:lnTo>
                        <a:pt x="498" y="0"/>
                      </a:lnTo>
                      <a:lnTo>
                        <a:pt x="0" y="95"/>
                      </a:lnTo>
                      <a:lnTo>
                        <a:pt x="0" y="302"/>
                      </a:lnTo>
                      <a:lnTo>
                        <a:pt x="497" y="210"/>
                      </a:lnTo>
                      <a:lnTo>
                        <a:pt x="571" y="95"/>
                      </a:lnTo>
                      <a:close/>
                    </a:path>
                  </a:pathLst>
                </a:custGeom>
                <a:solidFill>
                  <a:srgbClr val="F19B1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3162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 Condensed"/>
                  </a:endParaRPr>
                </a:p>
              </p:txBody>
            </p:sp>
            <p:sp>
              <p:nvSpPr>
                <p:cNvPr id="227" name="Freeform 28">
                  <a:extLst>
                    <a:ext uri="{FF2B5EF4-FFF2-40B4-BE49-F238E27FC236}">
                      <a16:creationId xmlns:a16="http://schemas.microsoft.com/office/drawing/2014/main" id="{E3BA61A4-1A28-565E-9655-01ABF4CC3D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645025" y="2366963"/>
                  <a:ext cx="790575" cy="479425"/>
                </a:xfrm>
                <a:custGeom>
                  <a:avLst/>
                  <a:gdLst/>
                  <a:ahLst/>
                  <a:cxnLst>
                    <a:cxn ang="0">
                      <a:pos x="498" y="0"/>
                    </a:cxn>
                    <a:cxn ang="0">
                      <a:pos x="8" y="105"/>
                    </a:cxn>
                    <a:cxn ang="0">
                      <a:pos x="8" y="300"/>
                    </a:cxn>
                    <a:cxn ang="0">
                      <a:pos x="0" y="302"/>
                    </a:cxn>
                    <a:cxn ang="0">
                      <a:pos x="0" y="95"/>
                    </a:cxn>
                    <a:cxn ang="0">
                      <a:pos x="498" y="0"/>
                    </a:cxn>
                  </a:cxnLst>
                  <a:rect l="0" t="0" r="r" b="b"/>
                  <a:pathLst>
                    <a:path w="498" h="302">
                      <a:moveTo>
                        <a:pt x="498" y="0"/>
                      </a:moveTo>
                      <a:lnTo>
                        <a:pt x="8" y="105"/>
                      </a:lnTo>
                      <a:lnTo>
                        <a:pt x="8" y="300"/>
                      </a:lnTo>
                      <a:lnTo>
                        <a:pt x="0" y="302"/>
                      </a:lnTo>
                      <a:lnTo>
                        <a:pt x="0" y="95"/>
                      </a:lnTo>
                      <a:lnTo>
                        <a:pt x="498" y="0"/>
                      </a:lnTo>
                      <a:close/>
                    </a:path>
                  </a:pathLst>
                </a:custGeom>
                <a:solidFill>
                  <a:srgbClr val="F19B14">
                    <a:lumMod val="50000"/>
                  </a:srgb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103162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 Condensed"/>
                  </a:endParaRPr>
                </a:p>
              </p:txBody>
            </p:sp>
          </p:grp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15EE9939-02D2-5270-4446-5B7BED09B533}"/>
                  </a:ext>
                </a:extLst>
              </p:cNvPr>
              <p:cNvSpPr txBox="1"/>
              <p:nvPr/>
            </p:nvSpPr>
            <p:spPr>
              <a:xfrm rot="21034238">
                <a:off x="4646509" y="3034404"/>
                <a:ext cx="1239507" cy="38494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defTabSz="1031626"/>
                <a:r>
                  <a:rPr lang="en-US" b="1" kern="0" dirty="0">
                    <a:solidFill>
                      <a:srgbClr val="FFFFFF"/>
                    </a:solidFill>
                    <a:ea typeface="Roboto Condensed" panose="02000000000000000000" pitchFamily="2" charset="0"/>
                    <a:cs typeface="Roboto Condensed" panose="02000000000000000000" pitchFamily="2" charset="0"/>
                  </a:rPr>
                  <a:t>Natural Language Interface</a:t>
                </a:r>
              </a:p>
            </p:txBody>
          </p:sp>
        </p:grpSp>
        <p:grpSp>
          <p:nvGrpSpPr>
            <p:cNvPr id="229" name="Group 33">
              <a:extLst>
                <a:ext uri="{FF2B5EF4-FFF2-40B4-BE49-F238E27FC236}">
                  <a16:creationId xmlns:a16="http://schemas.microsoft.com/office/drawing/2014/main" id="{49D4C4EE-1A89-A5C2-043A-240D61150186}"/>
                </a:ext>
              </a:extLst>
            </p:cNvPr>
            <p:cNvGrpSpPr/>
            <p:nvPr/>
          </p:nvGrpSpPr>
          <p:grpSpPr>
            <a:xfrm>
              <a:off x="3064669" y="3403703"/>
              <a:ext cx="1482812" cy="889688"/>
              <a:chOff x="3563938" y="2741613"/>
              <a:chExt cx="1008063" cy="604838"/>
            </a:xfrm>
          </p:grpSpPr>
          <p:sp>
            <p:nvSpPr>
              <p:cNvPr id="231" name="Freeform 19">
                <a:extLst>
                  <a:ext uri="{FF2B5EF4-FFF2-40B4-BE49-F238E27FC236}">
                    <a16:creationId xmlns:a16="http://schemas.microsoft.com/office/drawing/2014/main" id="{4BEB0A34-59E8-864C-5626-61AB1DE388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2935288"/>
                <a:ext cx="1008063" cy="411163"/>
              </a:xfrm>
              <a:custGeom>
                <a:avLst/>
                <a:gdLst/>
                <a:ahLst/>
                <a:cxnLst>
                  <a:cxn ang="0">
                    <a:pos x="635" y="241"/>
                  </a:cxn>
                  <a:cxn ang="0">
                    <a:pos x="616" y="259"/>
                  </a:cxn>
                  <a:cxn ang="0">
                    <a:pos x="73" y="155"/>
                  </a:cxn>
                  <a:cxn ang="0">
                    <a:pos x="0" y="44"/>
                  </a:cxn>
                  <a:cxn ang="0">
                    <a:pos x="0" y="0"/>
                  </a:cxn>
                  <a:cxn ang="0">
                    <a:pos x="635" y="241"/>
                  </a:cxn>
                </a:cxnLst>
                <a:rect l="0" t="0" r="r" b="b"/>
                <a:pathLst>
                  <a:path w="635" h="259">
                    <a:moveTo>
                      <a:pt x="635" y="241"/>
                    </a:moveTo>
                    <a:lnTo>
                      <a:pt x="616" y="259"/>
                    </a:lnTo>
                    <a:lnTo>
                      <a:pt x="73" y="155"/>
                    </a:lnTo>
                    <a:lnTo>
                      <a:pt x="0" y="44"/>
                    </a:lnTo>
                    <a:lnTo>
                      <a:pt x="0" y="0"/>
                    </a:lnTo>
                    <a:lnTo>
                      <a:pt x="635" y="241"/>
                    </a:lnTo>
                    <a:close/>
                  </a:path>
                </a:pathLst>
              </a:custGeom>
              <a:solidFill>
                <a:srgbClr val="9BB955">
                  <a:lumMod val="5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03162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Condensed"/>
                </a:endParaRPr>
              </a:p>
            </p:txBody>
          </p:sp>
          <p:sp>
            <p:nvSpPr>
              <p:cNvPr id="232" name="Freeform 20">
                <a:extLst>
                  <a:ext uri="{FF2B5EF4-FFF2-40B4-BE49-F238E27FC236}">
                    <a16:creationId xmlns:a16="http://schemas.microsoft.com/office/drawing/2014/main" id="{82839E61-03BC-BC97-25F8-E31FAF11CC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2741613"/>
                <a:ext cx="1008063" cy="576263"/>
              </a:xfrm>
              <a:custGeom>
                <a:avLst/>
                <a:gdLst/>
                <a:ahLst/>
                <a:cxnLst>
                  <a:cxn ang="0">
                    <a:pos x="0" y="122"/>
                  </a:cxn>
                  <a:cxn ang="0">
                    <a:pos x="93" y="262"/>
                  </a:cxn>
                  <a:cxn ang="0">
                    <a:pos x="635" y="363"/>
                  </a:cxn>
                  <a:cxn ang="0">
                    <a:pos x="635" y="109"/>
                  </a:cxn>
                  <a:cxn ang="0">
                    <a:pos x="95" y="0"/>
                  </a:cxn>
                  <a:cxn ang="0">
                    <a:pos x="0" y="122"/>
                  </a:cxn>
                </a:cxnLst>
                <a:rect l="0" t="0" r="r" b="b"/>
                <a:pathLst>
                  <a:path w="635" h="363">
                    <a:moveTo>
                      <a:pt x="0" y="122"/>
                    </a:moveTo>
                    <a:lnTo>
                      <a:pt x="93" y="262"/>
                    </a:lnTo>
                    <a:lnTo>
                      <a:pt x="635" y="363"/>
                    </a:lnTo>
                    <a:lnTo>
                      <a:pt x="635" y="109"/>
                    </a:lnTo>
                    <a:lnTo>
                      <a:pt x="95" y="0"/>
                    </a:lnTo>
                    <a:lnTo>
                      <a:pt x="0" y="122"/>
                    </a:lnTo>
                    <a:close/>
                  </a:path>
                </a:pathLst>
              </a:custGeom>
              <a:solidFill>
                <a:srgbClr val="9BB955">
                  <a:lumMod val="60000"/>
                  <a:lumOff val="4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03162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Condensed"/>
                </a:endParaRPr>
              </a:p>
            </p:txBody>
          </p:sp>
          <p:sp>
            <p:nvSpPr>
              <p:cNvPr id="233" name="Freeform 22">
                <a:extLst>
                  <a:ext uri="{FF2B5EF4-FFF2-40B4-BE49-F238E27FC236}">
                    <a16:creationId xmlns:a16="http://schemas.microsoft.com/office/drawing/2014/main" id="{BF1D2680-9708-402B-B4EC-561102CFDD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5850" y="2790825"/>
                <a:ext cx="906463" cy="481013"/>
              </a:xfrm>
              <a:custGeom>
                <a:avLst/>
                <a:gdLst/>
                <a:ahLst/>
                <a:cxnLst>
                  <a:cxn ang="0">
                    <a:pos x="0" y="95"/>
                  </a:cxn>
                  <a:cxn ang="0">
                    <a:pos x="73" y="0"/>
                  </a:cxn>
                  <a:cxn ang="0">
                    <a:pos x="571" y="95"/>
                  </a:cxn>
                  <a:cxn ang="0">
                    <a:pos x="571" y="303"/>
                  </a:cxn>
                  <a:cxn ang="0">
                    <a:pos x="74" y="210"/>
                  </a:cxn>
                  <a:cxn ang="0">
                    <a:pos x="0" y="95"/>
                  </a:cxn>
                </a:cxnLst>
                <a:rect l="0" t="0" r="r" b="b"/>
                <a:pathLst>
                  <a:path w="571" h="303">
                    <a:moveTo>
                      <a:pt x="0" y="95"/>
                    </a:moveTo>
                    <a:lnTo>
                      <a:pt x="73" y="0"/>
                    </a:lnTo>
                    <a:lnTo>
                      <a:pt x="571" y="95"/>
                    </a:lnTo>
                    <a:lnTo>
                      <a:pt x="571" y="303"/>
                    </a:lnTo>
                    <a:lnTo>
                      <a:pt x="74" y="210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9BB955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03162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Condensed"/>
                </a:endParaRPr>
              </a:p>
            </p:txBody>
          </p:sp>
          <p:sp>
            <p:nvSpPr>
              <p:cNvPr id="234" name="Freeform 23">
                <a:extLst>
                  <a:ext uri="{FF2B5EF4-FFF2-40B4-BE49-F238E27FC236}">
                    <a16:creationId xmlns:a16="http://schemas.microsoft.com/office/drawing/2014/main" id="{BD20065A-B761-94D2-C4E8-FEC0166BBB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1738" y="2790825"/>
                <a:ext cx="790575" cy="4810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90" y="105"/>
                  </a:cxn>
                  <a:cxn ang="0">
                    <a:pos x="490" y="301"/>
                  </a:cxn>
                  <a:cxn ang="0">
                    <a:pos x="498" y="303"/>
                  </a:cxn>
                  <a:cxn ang="0">
                    <a:pos x="498" y="95"/>
                  </a:cxn>
                  <a:cxn ang="0">
                    <a:pos x="0" y="0"/>
                  </a:cxn>
                </a:cxnLst>
                <a:rect l="0" t="0" r="r" b="b"/>
                <a:pathLst>
                  <a:path w="498" h="303">
                    <a:moveTo>
                      <a:pt x="0" y="0"/>
                    </a:moveTo>
                    <a:lnTo>
                      <a:pt x="490" y="105"/>
                    </a:lnTo>
                    <a:lnTo>
                      <a:pt x="490" y="301"/>
                    </a:lnTo>
                    <a:lnTo>
                      <a:pt x="498" y="303"/>
                    </a:lnTo>
                    <a:lnTo>
                      <a:pt x="498" y="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B955">
                  <a:lumMod val="5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03162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Condensed"/>
                </a:endParaRPr>
              </a:p>
            </p:txBody>
          </p:sp>
        </p:grpSp>
      </p:grpSp>
      <p:grpSp>
        <p:nvGrpSpPr>
          <p:cNvPr id="239" name="Group 42">
            <a:extLst>
              <a:ext uri="{FF2B5EF4-FFF2-40B4-BE49-F238E27FC236}">
                <a16:creationId xmlns:a16="http://schemas.microsoft.com/office/drawing/2014/main" id="{1F75D169-476F-F14A-B3C2-FF50ACE8F55D}"/>
              </a:ext>
            </a:extLst>
          </p:cNvPr>
          <p:cNvGrpSpPr/>
          <p:nvPr/>
        </p:nvGrpSpPr>
        <p:grpSpPr>
          <a:xfrm>
            <a:off x="1278134" y="2626735"/>
            <a:ext cx="2975179" cy="779446"/>
            <a:chOff x="752354" y="1945653"/>
            <a:chExt cx="2379471" cy="594443"/>
          </a:xfrm>
        </p:grpSpPr>
        <p:sp>
          <p:nvSpPr>
            <p:cNvPr id="240" name="Footer Text">
              <a:extLst>
                <a:ext uri="{FF2B5EF4-FFF2-40B4-BE49-F238E27FC236}">
                  <a16:creationId xmlns:a16="http://schemas.microsoft.com/office/drawing/2014/main" id="{F50AC0B9-A747-890C-A8A1-54C74ADF7C0C}"/>
                </a:ext>
              </a:extLst>
            </p:cNvPr>
            <p:cNvSpPr txBox="1"/>
            <p:nvPr/>
          </p:nvSpPr>
          <p:spPr>
            <a:xfrm>
              <a:off x="752354" y="2099986"/>
              <a:ext cx="2379471" cy="44011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171450" fontAlgn="t">
                <a:lnSpc>
                  <a:spcPts val="1500"/>
                </a:lnSpc>
                <a:buFont typeface="Arial" panose="020B0604020202020204" pitchFamily="34" charset="0"/>
                <a:buChar char="•"/>
              </a:pPr>
              <a:r>
                <a:rPr lang="en-IN" sz="1050" dirty="0">
                  <a:latin typeface="Segoe UI" panose="020B0502040204020203" pitchFamily="34" charset="0"/>
                </a:rPr>
                <a:t>Writing SQL queries requires technical expertise </a:t>
              </a:r>
            </a:p>
            <a:p>
              <a:pPr marL="171450" indent="-171450" fontAlgn="t">
                <a:lnSpc>
                  <a:spcPts val="1500"/>
                </a:lnSpc>
                <a:buFont typeface="Arial" panose="020B0604020202020204" pitchFamily="34" charset="0"/>
                <a:buChar char="•"/>
              </a:pPr>
              <a:r>
                <a:rPr lang="en-IN" sz="1050" dirty="0">
                  <a:latin typeface="Segoe UI" panose="020B0502040204020203" pitchFamily="34" charset="0"/>
                </a:rPr>
                <a:t>Non-technical users struggle to access data.</a:t>
              </a:r>
            </a:p>
            <a:p>
              <a:pPr marL="171450" indent="-171450" fontAlgn="t">
                <a:lnSpc>
                  <a:spcPts val="1500"/>
                </a:lnSpc>
                <a:buFont typeface="Arial" panose="020B0604020202020204" pitchFamily="34" charset="0"/>
                <a:buChar char="•"/>
              </a:pPr>
              <a:r>
                <a:rPr lang="en-IN" sz="1050" dirty="0">
                  <a:latin typeface="Segoe UI" panose="020B0502040204020203" pitchFamily="34" charset="0"/>
                </a:rPr>
                <a:t>Errors in queries can lead to incorrect insights</a:t>
              </a: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A01A451F-752B-83F1-4C5F-0B91898B0411}"/>
                </a:ext>
              </a:extLst>
            </p:cNvPr>
            <p:cNvSpPr txBox="1"/>
            <p:nvPr/>
          </p:nvSpPr>
          <p:spPr>
            <a:xfrm>
              <a:off x="1499787" y="1945653"/>
              <a:ext cx="1632038" cy="140835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 defTabSz="1031626"/>
              <a:r>
                <a:rPr lang="en-US" sz="1200" b="1" dirty="0">
                  <a:solidFill>
                    <a:srgbClr val="237DB9"/>
                  </a:solidFill>
                  <a:latin typeface="Roboto Condensed"/>
                </a:rPr>
                <a:t>Manual SQL Querying is Complex</a:t>
              </a:r>
            </a:p>
          </p:txBody>
        </p:sp>
      </p:grpSp>
      <p:grpSp>
        <p:nvGrpSpPr>
          <p:cNvPr id="245" name="Group 48">
            <a:extLst>
              <a:ext uri="{FF2B5EF4-FFF2-40B4-BE49-F238E27FC236}">
                <a16:creationId xmlns:a16="http://schemas.microsoft.com/office/drawing/2014/main" id="{00ED9B43-CB7E-F5DF-52B6-E1D977F0A1DC}"/>
              </a:ext>
            </a:extLst>
          </p:cNvPr>
          <p:cNvGrpSpPr/>
          <p:nvPr/>
        </p:nvGrpSpPr>
        <p:grpSpPr>
          <a:xfrm>
            <a:off x="10740898" y="2397313"/>
            <a:ext cx="3919879" cy="751477"/>
            <a:chOff x="844734" y="1925590"/>
            <a:chExt cx="2465730" cy="751477"/>
          </a:xfrm>
        </p:grpSpPr>
        <p:sp>
          <p:nvSpPr>
            <p:cNvPr id="246" name="Footer Text">
              <a:extLst>
                <a:ext uri="{FF2B5EF4-FFF2-40B4-BE49-F238E27FC236}">
                  <a16:creationId xmlns:a16="http://schemas.microsoft.com/office/drawing/2014/main" id="{5A0FF5C1-CB5F-B941-4EE6-9885E0652CA3}"/>
                </a:ext>
              </a:extLst>
            </p:cNvPr>
            <p:cNvSpPr txBox="1"/>
            <p:nvPr/>
          </p:nvSpPr>
          <p:spPr>
            <a:xfrm>
              <a:off x="844734" y="2099986"/>
              <a:ext cx="2287091" cy="5770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171450" fontAlgn="t">
                <a:lnSpc>
                  <a:spcPts val="1500"/>
                </a:lnSpc>
                <a:buFont typeface="Arial" panose="020B0604020202020204" pitchFamily="34" charset="0"/>
                <a:buChar char="•"/>
              </a:pPr>
              <a:r>
                <a:rPr lang="en-IN" sz="1050" dirty="0">
                  <a:latin typeface="Segoe UI" panose="020B0502040204020203" pitchFamily="34" charset="0"/>
                </a:rPr>
                <a:t>Adding new databases requires code changes </a:t>
              </a:r>
            </a:p>
            <a:p>
              <a:pPr marL="171450" indent="-171450" fontAlgn="t">
                <a:lnSpc>
                  <a:spcPts val="1500"/>
                </a:lnSpc>
                <a:buFont typeface="Arial" panose="020B0604020202020204" pitchFamily="34" charset="0"/>
                <a:buChar char="•"/>
              </a:pPr>
              <a:r>
                <a:rPr lang="en-IN" sz="1050" dirty="0">
                  <a:latin typeface="Segoe UI" panose="020B0502040204020203" pitchFamily="34" charset="0"/>
                </a:rPr>
                <a:t>No simple way for users to connect their own data sources</a:t>
              </a:r>
            </a:p>
            <a:p>
              <a:pPr marL="171450" indent="-171450" fontAlgn="t">
                <a:lnSpc>
                  <a:spcPts val="1500"/>
                </a:lnSpc>
                <a:buFont typeface="Arial" panose="020B0604020202020204" pitchFamily="34" charset="0"/>
                <a:buChar char="•"/>
              </a:pPr>
              <a:r>
                <a:rPr lang="en-IN" sz="1050" dirty="0">
                  <a:latin typeface="Segoe UI" panose="020B0502040204020203" pitchFamily="34" charset="0"/>
                </a:rPr>
                <a:t>Limits scalability and usability of applications</a:t>
              </a: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CF90FBC5-B146-4BC6-4AF4-E06E50EFDBC6}"/>
                </a:ext>
              </a:extLst>
            </p:cNvPr>
            <p:cNvSpPr txBox="1"/>
            <p:nvPr/>
          </p:nvSpPr>
          <p:spPr>
            <a:xfrm>
              <a:off x="851458" y="1925590"/>
              <a:ext cx="2459006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defTabSz="1031626"/>
              <a:r>
                <a:rPr lang="en-US" sz="1200" b="1" dirty="0">
                  <a:solidFill>
                    <a:srgbClr val="15AA96"/>
                  </a:solidFill>
                  <a:latin typeface="Roboto Condensed"/>
                </a:rPr>
                <a:t>Lack of Flexible Data Source Integration</a:t>
              </a:r>
            </a:p>
          </p:txBody>
        </p:sp>
      </p:grpSp>
      <p:grpSp>
        <p:nvGrpSpPr>
          <p:cNvPr id="251" name="Group 45">
            <a:extLst>
              <a:ext uri="{FF2B5EF4-FFF2-40B4-BE49-F238E27FC236}">
                <a16:creationId xmlns:a16="http://schemas.microsoft.com/office/drawing/2014/main" id="{1EA9535D-1A18-D1E1-B734-680336CDD686}"/>
              </a:ext>
            </a:extLst>
          </p:cNvPr>
          <p:cNvGrpSpPr/>
          <p:nvPr/>
        </p:nvGrpSpPr>
        <p:grpSpPr>
          <a:xfrm>
            <a:off x="919602" y="5363758"/>
            <a:ext cx="3333711" cy="560969"/>
            <a:chOff x="844733" y="1923738"/>
            <a:chExt cx="3333711" cy="560969"/>
          </a:xfrm>
        </p:grpSpPr>
        <p:sp>
          <p:nvSpPr>
            <p:cNvPr id="252" name="Footer Text">
              <a:extLst>
                <a:ext uri="{FF2B5EF4-FFF2-40B4-BE49-F238E27FC236}">
                  <a16:creationId xmlns:a16="http://schemas.microsoft.com/office/drawing/2014/main" id="{FDB7F7BE-E38E-6016-762F-CA2ABFC70C06}"/>
                </a:ext>
              </a:extLst>
            </p:cNvPr>
            <p:cNvSpPr txBox="1"/>
            <p:nvPr/>
          </p:nvSpPr>
          <p:spPr>
            <a:xfrm>
              <a:off x="844733" y="2099986"/>
              <a:ext cx="3333711" cy="3847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171450" fontAlgn="t">
                <a:lnSpc>
                  <a:spcPts val="1500"/>
                </a:lnSpc>
                <a:buFont typeface="Arial" panose="020B0604020202020204" pitchFamily="34" charset="0"/>
                <a:buChar char="•"/>
              </a:pPr>
              <a:r>
                <a:rPr lang="en-IN" sz="1050" dirty="0">
                  <a:latin typeface="Segoe UI" panose="020B0502040204020203" pitchFamily="34" charset="0"/>
                </a:rPr>
                <a:t>Users depend heavily on developers for data access </a:t>
              </a:r>
            </a:p>
            <a:p>
              <a:pPr marL="171450" indent="-171450" fontAlgn="t">
                <a:lnSpc>
                  <a:spcPts val="1500"/>
                </a:lnSpc>
                <a:buFont typeface="Arial" panose="020B0604020202020204" pitchFamily="34" charset="0"/>
                <a:buChar char="•"/>
              </a:pPr>
              <a:r>
                <a:rPr lang="en-IN" sz="1050" dirty="0">
                  <a:latin typeface="Segoe UI" panose="020B0502040204020203" pitchFamily="34" charset="0"/>
                </a:rPr>
                <a:t>Slows down decision-making and analytics workflows</a:t>
              </a: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27F6A9E0-C51A-0712-0F78-29279157FFA6}"/>
                </a:ext>
              </a:extLst>
            </p:cNvPr>
            <p:cNvSpPr txBox="1"/>
            <p:nvPr/>
          </p:nvSpPr>
          <p:spPr>
            <a:xfrm>
              <a:off x="2367880" y="1923738"/>
              <a:ext cx="167834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r" defTabSz="1031626"/>
              <a:r>
                <a:rPr lang="en-US" sz="1200" b="1" dirty="0">
                  <a:solidFill>
                    <a:srgbClr val="9BB955"/>
                  </a:solidFill>
                  <a:latin typeface="Roboto Condensed"/>
                </a:rPr>
                <a:t>Inefficient Data Exploration</a:t>
              </a:r>
            </a:p>
          </p:txBody>
        </p:sp>
      </p:grpSp>
      <p:grpSp>
        <p:nvGrpSpPr>
          <p:cNvPr id="254" name="Group 51">
            <a:extLst>
              <a:ext uri="{FF2B5EF4-FFF2-40B4-BE49-F238E27FC236}">
                <a16:creationId xmlns:a16="http://schemas.microsoft.com/office/drawing/2014/main" id="{D2B733B5-DAD6-FA5F-9AFE-5779F1A99A30}"/>
              </a:ext>
            </a:extLst>
          </p:cNvPr>
          <p:cNvGrpSpPr/>
          <p:nvPr/>
        </p:nvGrpSpPr>
        <p:grpSpPr>
          <a:xfrm>
            <a:off x="10724673" y="5000599"/>
            <a:ext cx="3393684" cy="560969"/>
            <a:chOff x="844734" y="1923738"/>
            <a:chExt cx="2287091" cy="560969"/>
          </a:xfrm>
        </p:grpSpPr>
        <p:sp>
          <p:nvSpPr>
            <p:cNvPr id="255" name="Footer Text">
              <a:extLst>
                <a:ext uri="{FF2B5EF4-FFF2-40B4-BE49-F238E27FC236}">
                  <a16:creationId xmlns:a16="http://schemas.microsoft.com/office/drawing/2014/main" id="{33847FCB-FD65-5F7B-84DC-4F19C848BAEF}"/>
                </a:ext>
              </a:extLst>
            </p:cNvPr>
            <p:cNvSpPr txBox="1"/>
            <p:nvPr/>
          </p:nvSpPr>
          <p:spPr>
            <a:xfrm>
              <a:off x="844734" y="2099986"/>
              <a:ext cx="2287091" cy="3847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171450" indent="-171450" fontAlgn="t">
                <a:lnSpc>
                  <a:spcPts val="1500"/>
                </a:lnSpc>
                <a:buFont typeface="Arial" panose="020B0604020202020204" pitchFamily="34" charset="0"/>
                <a:buChar char="•"/>
              </a:pPr>
              <a:r>
                <a:rPr lang="en-IN" sz="1050" dirty="0">
                  <a:latin typeface="Segoe UI" panose="020B0502040204020203" pitchFamily="34" charset="0"/>
                </a:rPr>
                <a:t>Users prefer asking questions in plain English. </a:t>
              </a:r>
            </a:p>
            <a:p>
              <a:pPr marL="171450" indent="-171450" fontAlgn="t">
                <a:lnSpc>
                  <a:spcPts val="1500"/>
                </a:lnSpc>
                <a:buFont typeface="Arial" panose="020B0604020202020204" pitchFamily="34" charset="0"/>
                <a:buChar char="•"/>
              </a:pPr>
              <a:r>
                <a:rPr lang="en-IN" sz="1050" dirty="0">
                  <a:latin typeface="Segoe UI" panose="020B0502040204020203" pitchFamily="34" charset="0"/>
                </a:rPr>
                <a:t>Current systems lack seamless NL → SQL conversion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250B0CE7-1F3F-699F-8D76-BD801CC40C3B}"/>
                </a:ext>
              </a:extLst>
            </p:cNvPr>
            <p:cNvSpPr txBox="1"/>
            <p:nvPr/>
          </p:nvSpPr>
          <p:spPr>
            <a:xfrm>
              <a:off x="844734" y="1923738"/>
              <a:ext cx="2135200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sz="1200" b="1" dirty="0">
                  <a:solidFill>
                    <a:schemeClr val="accent4"/>
                  </a:solidFill>
                </a:rPr>
                <a:t>Natural Language Interface</a:t>
              </a:r>
            </a:p>
          </p:txBody>
        </p:sp>
      </p:grpSp>
      <p:sp>
        <p:nvSpPr>
          <p:cNvPr id="257" name="Freeform 65">
            <a:extLst>
              <a:ext uri="{FF2B5EF4-FFF2-40B4-BE49-F238E27FC236}">
                <a16:creationId xmlns:a16="http://schemas.microsoft.com/office/drawing/2014/main" id="{D3899CA3-BC60-1171-A732-EA27FD254BEE}"/>
              </a:ext>
            </a:extLst>
          </p:cNvPr>
          <p:cNvSpPr>
            <a:spLocks noEditPoints="1"/>
          </p:cNvSpPr>
          <p:nvPr/>
        </p:nvSpPr>
        <p:spPr bwMode="auto">
          <a:xfrm>
            <a:off x="2661549" y="2028318"/>
            <a:ext cx="798418" cy="535729"/>
          </a:xfrm>
          <a:custGeom>
            <a:avLst/>
            <a:gdLst/>
            <a:ahLst/>
            <a:cxnLst>
              <a:cxn ang="0">
                <a:pos x="45" y="41"/>
              </a:cxn>
              <a:cxn ang="0">
                <a:pos x="47" y="50"/>
              </a:cxn>
              <a:cxn ang="0">
                <a:pos x="40" y="56"/>
              </a:cxn>
              <a:cxn ang="0">
                <a:pos x="31" y="60"/>
              </a:cxn>
              <a:cxn ang="0">
                <a:pos x="21" y="60"/>
              </a:cxn>
              <a:cxn ang="0">
                <a:pos x="13" y="56"/>
              </a:cxn>
              <a:cxn ang="0">
                <a:pos x="5" y="50"/>
              </a:cxn>
              <a:cxn ang="0">
                <a:pos x="8" y="41"/>
              </a:cxn>
              <a:cxn ang="0">
                <a:pos x="0" y="32"/>
              </a:cxn>
              <a:cxn ang="0">
                <a:pos x="9" y="26"/>
              </a:cxn>
              <a:cxn ang="0">
                <a:pos x="5" y="20"/>
              </a:cxn>
              <a:cxn ang="0">
                <a:pos x="17" y="18"/>
              </a:cxn>
              <a:cxn ang="0">
                <a:pos x="22" y="10"/>
              </a:cxn>
              <a:cxn ang="0">
                <a:pos x="32" y="17"/>
              </a:cxn>
              <a:cxn ang="0">
                <a:pos x="41" y="14"/>
              </a:cxn>
              <a:cxn ang="0">
                <a:pos x="47" y="22"/>
              </a:cxn>
              <a:cxn ang="0">
                <a:pos x="51" y="30"/>
              </a:cxn>
              <a:cxn ang="0">
                <a:pos x="26" y="25"/>
              </a:cxn>
              <a:cxn ang="0">
                <a:pos x="36" y="35"/>
              </a:cxn>
              <a:cxn ang="0">
                <a:pos x="72" y="19"/>
              </a:cxn>
              <a:cxn ang="0">
                <a:pos x="72" y="27"/>
              </a:cxn>
              <a:cxn ang="0">
                <a:pos x="62" y="25"/>
              </a:cxn>
              <a:cxn ang="0">
                <a:pos x="52" y="27"/>
              </a:cxn>
              <a:cxn ang="0">
                <a:pos x="53" y="19"/>
              </a:cxn>
              <a:cxn ang="0">
                <a:pos x="53" y="11"/>
              </a:cxn>
              <a:cxn ang="0">
                <a:pos x="52" y="3"/>
              </a:cxn>
              <a:cxn ang="0">
                <a:pos x="62" y="4"/>
              </a:cxn>
              <a:cxn ang="0">
                <a:pos x="67" y="0"/>
              </a:cxn>
              <a:cxn ang="0">
                <a:pos x="70" y="9"/>
              </a:cxn>
              <a:cxn ang="0">
                <a:pos x="78" y="18"/>
              </a:cxn>
              <a:cxn ang="0">
                <a:pos x="70" y="62"/>
              </a:cxn>
              <a:cxn ang="0">
                <a:pos x="67" y="71"/>
              </a:cxn>
              <a:cxn ang="0">
                <a:pos x="61" y="66"/>
              </a:cxn>
              <a:cxn ang="0">
                <a:pos x="52" y="68"/>
              </a:cxn>
              <a:cxn ang="0">
                <a:pos x="47" y="59"/>
              </a:cxn>
              <a:cxn ang="0">
                <a:pos x="54" y="50"/>
              </a:cxn>
              <a:cxn ang="0">
                <a:pos x="57" y="41"/>
              </a:cxn>
              <a:cxn ang="0">
                <a:pos x="63" y="46"/>
              </a:cxn>
              <a:cxn ang="0">
                <a:pos x="72" y="44"/>
              </a:cxn>
              <a:cxn ang="0">
                <a:pos x="72" y="52"/>
              </a:cxn>
              <a:cxn ang="0">
                <a:pos x="62" y="10"/>
              </a:cxn>
              <a:cxn ang="0">
                <a:pos x="67" y="15"/>
              </a:cxn>
              <a:cxn ang="0">
                <a:pos x="57" y="56"/>
              </a:cxn>
              <a:cxn ang="0">
                <a:pos x="62" y="51"/>
              </a:cxn>
            </a:cxnLst>
            <a:rect l="0" t="0" r="r" b="b"/>
            <a:pathLst>
              <a:path w="78" h="71">
                <a:moveTo>
                  <a:pt x="52" y="39"/>
                </a:moveTo>
                <a:cubicBezTo>
                  <a:pt x="52" y="40"/>
                  <a:pt x="51" y="40"/>
                  <a:pt x="51" y="40"/>
                </a:cubicBezTo>
                <a:cubicBezTo>
                  <a:pt x="45" y="41"/>
                  <a:pt x="45" y="41"/>
                  <a:pt x="45" y="41"/>
                </a:cubicBezTo>
                <a:cubicBezTo>
                  <a:pt x="44" y="42"/>
                  <a:pt x="44" y="43"/>
                  <a:pt x="43" y="44"/>
                </a:cubicBezTo>
                <a:cubicBezTo>
                  <a:pt x="45" y="46"/>
                  <a:pt x="46" y="47"/>
                  <a:pt x="47" y="49"/>
                </a:cubicBezTo>
                <a:cubicBezTo>
                  <a:pt x="47" y="49"/>
                  <a:pt x="47" y="49"/>
                  <a:pt x="47" y="50"/>
                </a:cubicBezTo>
                <a:cubicBezTo>
                  <a:pt x="47" y="50"/>
                  <a:pt x="47" y="50"/>
                  <a:pt x="47" y="50"/>
                </a:cubicBezTo>
                <a:cubicBezTo>
                  <a:pt x="46" y="52"/>
                  <a:pt x="42" y="56"/>
                  <a:pt x="41" y="56"/>
                </a:cubicBezTo>
                <a:cubicBezTo>
                  <a:pt x="40" y="56"/>
                  <a:pt x="40" y="56"/>
                  <a:pt x="40" y="56"/>
                </a:cubicBezTo>
                <a:cubicBezTo>
                  <a:pt x="35" y="53"/>
                  <a:pt x="35" y="53"/>
                  <a:pt x="35" y="53"/>
                </a:cubicBezTo>
                <a:cubicBezTo>
                  <a:pt x="34" y="53"/>
                  <a:pt x="33" y="53"/>
                  <a:pt x="32" y="54"/>
                </a:cubicBezTo>
                <a:cubicBezTo>
                  <a:pt x="32" y="56"/>
                  <a:pt x="32" y="58"/>
                  <a:pt x="31" y="60"/>
                </a:cubicBezTo>
                <a:cubicBezTo>
                  <a:pt x="31" y="61"/>
                  <a:pt x="30" y="61"/>
                  <a:pt x="30" y="61"/>
                </a:cubicBezTo>
                <a:cubicBezTo>
                  <a:pt x="22" y="61"/>
                  <a:pt x="22" y="61"/>
                  <a:pt x="22" y="61"/>
                </a:cubicBezTo>
                <a:cubicBezTo>
                  <a:pt x="22" y="61"/>
                  <a:pt x="21" y="61"/>
                  <a:pt x="21" y="60"/>
                </a:cubicBezTo>
                <a:cubicBezTo>
                  <a:pt x="20" y="54"/>
                  <a:pt x="20" y="54"/>
                  <a:pt x="20" y="54"/>
                </a:cubicBezTo>
                <a:cubicBezTo>
                  <a:pt x="19" y="54"/>
                  <a:pt x="18" y="53"/>
                  <a:pt x="17" y="53"/>
                </a:cubicBezTo>
                <a:cubicBezTo>
                  <a:pt x="13" y="56"/>
                  <a:pt x="13" y="56"/>
                  <a:pt x="13" y="56"/>
                </a:cubicBezTo>
                <a:cubicBezTo>
                  <a:pt x="12" y="56"/>
                  <a:pt x="12" y="56"/>
                  <a:pt x="12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10" y="55"/>
                  <a:pt x="5" y="51"/>
                  <a:pt x="5" y="50"/>
                </a:cubicBezTo>
                <a:cubicBezTo>
                  <a:pt x="5" y="49"/>
                  <a:pt x="5" y="49"/>
                  <a:pt x="5" y="49"/>
                </a:cubicBezTo>
                <a:cubicBezTo>
                  <a:pt x="7" y="47"/>
                  <a:pt x="8" y="46"/>
                  <a:pt x="9" y="44"/>
                </a:cubicBezTo>
                <a:cubicBezTo>
                  <a:pt x="8" y="43"/>
                  <a:pt x="8" y="42"/>
                  <a:pt x="8" y="41"/>
                </a:cubicBezTo>
                <a:cubicBezTo>
                  <a:pt x="1" y="40"/>
                  <a:pt x="1" y="40"/>
                  <a:pt x="1" y="40"/>
                </a:cubicBezTo>
                <a:cubicBezTo>
                  <a:pt x="1" y="40"/>
                  <a:pt x="0" y="40"/>
                  <a:pt x="0" y="39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1"/>
                  <a:pt x="1" y="30"/>
                  <a:pt x="1" y="30"/>
                </a:cubicBezTo>
                <a:cubicBezTo>
                  <a:pt x="8" y="29"/>
                  <a:pt x="8" y="29"/>
                  <a:pt x="8" y="29"/>
                </a:cubicBezTo>
                <a:cubicBezTo>
                  <a:pt x="8" y="28"/>
                  <a:pt x="8" y="27"/>
                  <a:pt x="9" y="26"/>
                </a:cubicBezTo>
                <a:cubicBezTo>
                  <a:pt x="8" y="25"/>
                  <a:pt x="7" y="23"/>
                  <a:pt x="5" y="22"/>
                </a:cubicBezTo>
                <a:cubicBezTo>
                  <a:pt x="5" y="21"/>
                  <a:pt x="5" y="21"/>
                  <a:pt x="5" y="21"/>
                </a:cubicBezTo>
                <a:cubicBezTo>
                  <a:pt x="5" y="21"/>
                  <a:pt x="5" y="20"/>
                  <a:pt x="5" y="20"/>
                </a:cubicBezTo>
                <a:cubicBezTo>
                  <a:pt x="6" y="19"/>
                  <a:pt x="11" y="14"/>
                  <a:pt x="12" y="14"/>
                </a:cubicBezTo>
                <a:cubicBezTo>
                  <a:pt x="12" y="14"/>
                  <a:pt x="12" y="14"/>
                  <a:pt x="13" y="14"/>
                </a:cubicBezTo>
                <a:cubicBezTo>
                  <a:pt x="17" y="18"/>
                  <a:pt x="17" y="18"/>
                  <a:pt x="17" y="18"/>
                </a:cubicBezTo>
                <a:cubicBezTo>
                  <a:pt x="18" y="18"/>
                  <a:pt x="19" y="17"/>
                  <a:pt x="20" y="17"/>
                </a:cubicBezTo>
                <a:cubicBezTo>
                  <a:pt x="21" y="15"/>
                  <a:pt x="21" y="13"/>
                  <a:pt x="21" y="11"/>
                </a:cubicBezTo>
                <a:cubicBezTo>
                  <a:pt x="21" y="10"/>
                  <a:pt x="22" y="10"/>
                  <a:pt x="22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1" y="10"/>
                  <a:pt x="31" y="11"/>
                </a:cubicBezTo>
                <a:cubicBezTo>
                  <a:pt x="32" y="17"/>
                  <a:pt x="32" y="17"/>
                  <a:pt x="32" y="17"/>
                </a:cubicBezTo>
                <a:cubicBezTo>
                  <a:pt x="33" y="17"/>
                  <a:pt x="34" y="18"/>
                  <a:pt x="35" y="18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4"/>
                  <a:pt x="40" y="14"/>
                  <a:pt x="41" y="14"/>
                </a:cubicBezTo>
                <a:cubicBezTo>
                  <a:pt x="41" y="14"/>
                  <a:pt x="41" y="14"/>
                  <a:pt x="41" y="14"/>
                </a:cubicBezTo>
                <a:cubicBezTo>
                  <a:pt x="42" y="15"/>
                  <a:pt x="47" y="20"/>
                  <a:pt x="47" y="21"/>
                </a:cubicBezTo>
                <a:cubicBezTo>
                  <a:pt x="47" y="21"/>
                  <a:pt x="47" y="21"/>
                  <a:pt x="47" y="22"/>
                </a:cubicBezTo>
                <a:cubicBezTo>
                  <a:pt x="46" y="23"/>
                  <a:pt x="45" y="25"/>
                  <a:pt x="43" y="26"/>
                </a:cubicBezTo>
                <a:cubicBezTo>
                  <a:pt x="44" y="27"/>
                  <a:pt x="44" y="28"/>
                  <a:pt x="45" y="30"/>
                </a:cubicBezTo>
                <a:cubicBezTo>
                  <a:pt x="51" y="30"/>
                  <a:pt x="51" y="30"/>
                  <a:pt x="51" y="30"/>
                </a:cubicBezTo>
                <a:cubicBezTo>
                  <a:pt x="51" y="31"/>
                  <a:pt x="52" y="31"/>
                  <a:pt x="52" y="32"/>
                </a:cubicBezTo>
                <a:lnTo>
                  <a:pt x="52" y="39"/>
                </a:lnTo>
                <a:close/>
                <a:moveTo>
                  <a:pt x="26" y="25"/>
                </a:moveTo>
                <a:cubicBezTo>
                  <a:pt x="21" y="25"/>
                  <a:pt x="16" y="30"/>
                  <a:pt x="16" y="35"/>
                </a:cubicBezTo>
                <a:cubicBezTo>
                  <a:pt x="16" y="41"/>
                  <a:pt x="21" y="46"/>
                  <a:pt x="26" y="46"/>
                </a:cubicBezTo>
                <a:cubicBezTo>
                  <a:pt x="32" y="46"/>
                  <a:pt x="36" y="41"/>
                  <a:pt x="36" y="35"/>
                </a:cubicBezTo>
                <a:cubicBezTo>
                  <a:pt x="36" y="30"/>
                  <a:pt x="32" y="25"/>
                  <a:pt x="26" y="25"/>
                </a:cubicBezTo>
                <a:close/>
                <a:moveTo>
                  <a:pt x="78" y="18"/>
                </a:moveTo>
                <a:cubicBezTo>
                  <a:pt x="78" y="18"/>
                  <a:pt x="72" y="19"/>
                  <a:pt x="72" y="19"/>
                </a:cubicBezTo>
                <a:cubicBezTo>
                  <a:pt x="71" y="20"/>
                  <a:pt x="71" y="20"/>
                  <a:pt x="70" y="21"/>
                </a:cubicBezTo>
                <a:cubicBezTo>
                  <a:pt x="71" y="22"/>
                  <a:pt x="72" y="26"/>
                  <a:pt x="72" y="26"/>
                </a:cubicBezTo>
                <a:cubicBezTo>
                  <a:pt x="72" y="27"/>
                  <a:pt x="72" y="27"/>
                  <a:pt x="72" y="27"/>
                </a:cubicBezTo>
                <a:cubicBezTo>
                  <a:pt x="72" y="27"/>
                  <a:pt x="68" y="30"/>
                  <a:pt x="67" y="30"/>
                </a:cubicBezTo>
                <a:cubicBezTo>
                  <a:pt x="67" y="30"/>
                  <a:pt x="64" y="26"/>
                  <a:pt x="63" y="25"/>
                </a:cubicBezTo>
                <a:cubicBezTo>
                  <a:pt x="63" y="25"/>
                  <a:pt x="63" y="25"/>
                  <a:pt x="62" y="25"/>
                </a:cubicBezTo>
                <a:cubicBezTo>
                  <a:pt x="62" y="25"/>
                  <a:pt x="61" y="25"/>
                  <a:pt x="61" y="25"/>
                </a:cubicBezTo>
                <a:cubicBezTo>
                  <a:pt x="61" y="26"/>
                  <a:pt x="58" y="30"/>
                  <a:pt x="57" y="30"/>
                </a:cubicBezTo>
                <a:cubicBezTo>
                  <a:pt x="57" y="30"/>
                  <a:pt x="53" y="27"/>
                  <a:pt x="52" y="27"/>
                </a:cubicBezTo>
                <a:cubicBezTo>
                  <a:pt x="52" y="27"/>
                  <a:pt x="52" y="27"/>
                  <a:pt x="52" y="26"/>
                </a:cubicBezTo>
                <a:cubicBezTo>
                  <a:pt x="52" y="26"/>
                  <a:pt x="54" y="22"/>
                  <a:pt x="54" y="21"/>
                </a:cubicBezTo>
                <a:cubicBezTo>
                  <a:pt x="53" y="20"/>
                  <a:pt x="53" y="20"/>
                  <a:pt x="53" y="19"/>
                </a:cubicBezTo>
                <a:cubicBezTo>
                  <a:pt x="52" y="19"/>
                  <a:pt x="47" y="18"/>
                  <a:pt x="47" y="18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52" y="11"/>
                  <a:pt x="53" y="11"/>
                </a:cubicBezTo>
                <a:cubicBezTo>
                  <a:pt x="53" y="10"/>
                  <a:pt x="53" y="9"/>
                  <a:pt x="54" y="9"/>
                </a:cubicBezTo>
                <a:cubicBezTo>
                  <a:pt x="54" y="8"/>
                  <a:pt x="52" y="4"/>
                  <a:pt x="52" y="3"/>
                </a:cubicBezTo>
                <a:cubicBezTo>
                  <a:pt x="52" y="3"/>
                  <a:pt x="52" y="3"/>
                  <a:pt x="52" y="3"/>
                </a:cubicBezTo>
                <a:cubicBezTo>
                  <a:pt x="53" y="3"/>
                  <a:pt x="57" y="0"/>
                  <a:pt x="57" y="0"/>
                </a:cubicBezTo>
                <a:cubicBezTo>
                  <a:pt x="58" y="0"/>
                  <a:pt x="61" y="4"/>
                  <a:pt x="61" y="5"/>
                </a:cubicBezTo>
                <a:cubicBezTo>
                  <a:pt x="61" y="4"/>
                  <a:pt x="62" y="4"/>
                  <a:pt x="62" y="4"/>
                </a:cubicBezTo>
                <a:cubicBezTo>
                  <a:pt x="63" y="4"/>
                  <a:pt x="63" y="4"/>
                  <a:pt x="63" y="5"/>
                </a:cubicBezTo>
                <a:cubicBezTo>
                  <a:pt x="64" y="3"/>
                  <a:pt x="66" y="1"/>
                  <a:pt x="67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72" y="2"/>
                  <a:pt x="72" y="3"/>
                </a:cubicBezTo>
                <a:cubicBezTo>
                  <a:pt x="72" y="3"/>
                  <a:pt x="72" y="3"/>
                  <a:pt x="72" y="3"/>
                </a:cubicBezTo>
                <a:cubicBezTo>
                  <a:pt x="72" y="4"/>
                  <a:pt x="71" y="8"/>
                  <a:pt x="70" y="9"/>
                </a:cubicBezTo>
                <a:cubicBezTo>
                  <a:pt x="71" y="9"/>
                  <a:pt x="71" y="10"/>
                  <a:pt x="72" y="11"/>
                </a:cubicBezTo>
                <a:cubicBezTo>
                  <a:pt x="72" y="11"/>
                  <a:pt x="78" y="11"/>
                  <a:pt x="78" y="12"/>
                </a:cubicBezTo>
                <a:lnTo>
                  <a:pt x="78" y="18"/>
                </a:lnTo>
                <a:close/>
                <a:moveTo>
                  <a:pt x="78" y="59"/>
                </a:moveTo>
                <a:cubicBezTo>
                  <a:pt x="78" y="59"/>
                  <a:pt x="72" y="60"/>
                  <a:pt x="72" y="60"/>
                </a:cubicBezTo>
                <a:cubicBezTo>
                  <a:pt x="71" y="61"/>
                  <a:pt x="71" y="61"/>
                  <a:pt x="70" y="62"/>
                </a:cubicBezTo>
                <a:cubicBezTo>
                  <a:pt x="71" y="63"/>
                  <a:pt x="72" y="67"/>
                  <a:pt x="72" y="68"/>
                </a:cubicBezTo>
                <a:cubicBezTo>
                  <a:pt x="72" y="68"/>
                  <a:pt x="72" y="68"/>
                  <a:pt x="72" y="68"/>
                </a:cubicBezTo>
                <a:cubicBezTo>
                  <a:pt x="72" y="68"/>
                  <a:pt x="68" y="71"/>
                  <a:pt x="67" y="71"/>
                </a:cubicBezTo>
                <a:cubicBezTo>
                  <a:pt x="67" y="71"/>
                  <a:pt x="64" y="67"/>
                  <a:pt x="63" y="66"/>
                </a:cubicBezTo>
                <a:cubicBezTo>
                  <a:pt x="63" y="66"/>
                  <a:pt x="63" y="66"/>
                  <a:pt x="62" y="66"/>
                </a:cubicBezTo>
                <a:cubicBezTo>
                  <a:pt x="62" y="66"/>
                  <a:pt x="61" y="66"/>
                  <a:pt x="61" y="66"/>
                </a:cubicBezTo>
                <a:cubicBezTo>
                  <a:pt x="61" y="67"/>
                  <a:pt x="58" y="71"/>
                  <a:pt x="57" y="71"/>
                </a:cubicBezTo>
                <a:cubicBezTo>
                  <a:pt x="57" y="71"/>
                  <a:pt x="53" y="68"/>
                  <a:pt x="52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52" y="67"/>
                  <a:pt x="54" y="63"/>
                  <a:pt x="54" y="62"/>
                </a:cubicBezTo>
                <a:cubicBezTo>
                  <a:pt x="53" y="61"/>
                  <a:pt x="53" y="61"/>
                  <a:pt x="53" y="60"/>
                </a:cubicBezTo>
                <a:cubicBezTo>
                  <a:pt x="52" y="60"/>
                  <a:pt x="47" y="59"/>
                  <a:pt x="47" y="59"/>
                </a:cubicBezTo>
                <a:cubicBezTo>
                  <a:pt x="47" y="53"/>
                  <a:pt x="47" y="53"/>
                  <a:pt x="47" y="53"/>
                </a:cubicBezTo>
                <a:cubicBezTo>
                  <a:pt x="47" y="52"/>
                  <a:pt x="52" y="52"/>
                  <a:pt x="53" y="52"/>
                </a:cubicBezTo>
                <a:cubicBezTo>
                  <a:pt x="53" y="51"/>
                  <a:pt x="53" y="50"/>
                  <a:pt x="54" y="50"/>
                </a:cubicBezTo>
                <a:cubicBezTo>
                  <a:pt x="54" y="49"/>
                  <a:pt x="52" y="45"/>
                  <a:pt x="52" y="44"/>
                </a:cubicBezTo>
                <a:cubicBezTo>
                  <a:pt x="52" y="44"/>
                  <a:pt x="52" y="44"/>
                  <a:pt x="52" y="44"/>
                </a:cubicBezTo>
                <a:cubicBezTo>
                  <a:pt x="53" y="44"/>
                  <a:pt x="57" y="41"/>
                  <a:pt x="57" y="41"/>
                </a:cubicBezTo>
                <a:cubicBezTo>
                  <a:pt x="58" y="41"/>
                  <a:pt x="61" y="45"/>
                  <a:pt x="61" y="46"/>
                </a:cubicBezTo>
                <a:cubicBezTo>
                  <a:pt x="61" y="46"/>
                  <a:pt x="62" y="46"/>
                  <a:pt x="62" y="46"/>
                </a:cubicBezTo>
                <a:cubicBezTo>
                  <a:pt x="63" y="46"/>
                  <a:pt x="63" y="46"/>
                  <a:pt x="63" y="46"/>
                </a:cubicBezTo>
                <a:cubicBezTo>
                  <a:pt x="64" y="44"/>
                  <a:pt x="66" y="43"/>
                  <a:pt x="67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72" y="44"/>
                  <a:pt x="72" y="44"/>
                </a:cubicBezTo>
                <a:cubicBezTo>
                  <a:pt x="72" y="44"/>
                  <a:pt x="72" y="44"/>
                  <a:pt x="72" y="44"/>
                </a:cubicBezTo>
                <a:cubicBezTo>
                  <a:pt x="72" y="45"/>
                  <a:pt x="71" y="49"/>
                  <a:pt x="70" y="50"/>
                </a:cubicBezTo>
                <a:cubicBezTo>
                  <a:pt x="71" y="50"/>
                  <a:pt x="71" y="51"/>
                  <a:pt x="72" y="52"/>
                </a:cubicBezTo>
                <a:cubicBezTo>
                  <a:pt x="72" y="52"/>
                  <a:pt x="78" y="52"/>
                  <a:pt x="78" y="53"/>
                </a:cubicBezTo>
                <a:lnTo>
                  <a:pt x="78" y="59"/>
                </a:lnTo>
                <a:close/>
                <a:moveTo>
                  <a:pt x="62" y="10"/>
                </a:moveTo>
                <a:cubicBezTo>
                  <a:pt x="59" y="10"/>
                  <a:pt x="57" y="12"/>
                  <a:pt x="57" y="15"/>
                </a:cubicBezTo>
                <a:cubicBezTo>
                  <a:pt x="57" y="18"/>
                  <a:pt x="59" y="20"/>
                  <a:pt x="62" y="20"/>
                </a:cubicBezTo>
                <a:cubicBezTo>
                  <a:pt x="65" y="20"/>
                  <a:pt x="67" y="18"/>
                  <a:pt x="67" y="15"/>
                </a:cubicBezTo>
                <a:cubicBezTo>
                  <a:pt x="67" y="12"/>
                  <a:pt x="65" y="10"/>
                  <a:pt x="62" y="10"/>
                </a:cubicBezTo>
                <a:close/>
                <a:moveTo>
                  <a:pt x="62" y="51"/>
                </a:moveTo>
                <a:cubicBezTo>
                  <a:pt x="59" y="51"/>
                  <a:pt x="57" y="53"/>
                  <a:pt x="57" y="56"/>
                </a:cubicBezTo>
                <a:cubicBezTo>
                  <a:pt x="57" y="59"/>
                  <a:pt x="59" y="61"/>
                  <a:pt x="62" y="61"/>
                </a:cubicBezTo>
                <a:cubicBezTo>
                  <a:pt x="65" y="61"/>
                  <a:pt x="67" y="59"/>
                  <a:pt x="67" y="56"/>
                </a:cubicBezTo>
                <a:cubicBezTo>
                  <a:pt x="67" y="53"/>
                  <a:pt x="65" y="51"/>
                  <a:pt x="62" y="51"/>
                </a:cubicBezTo>
                <a:close/>
              </a:path>
            </a:pathLst>
          </a:custGeom>
          <a:solidFill>
            <a:srgbClr val="237DB9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8" name="Freeform 234">
            <a:extLst>
              <a:ext uri="{FF2B5EF4-FFF2-40B4-BE49-F238E27FC236}">
                <a16:creationId xmlns:a16="http://schemas.microsoft.com/office/drawing/2014/main" id="{7F3CB832-C905-2A73-9782-A18BD758B238}"/>
              </a:ext>
            </a:extLst>
          </p:cNvPr>
          <p:cNvSpPr>
            <a:spLocks/>
          </p:cNvSpPr>
          <p:nvPr/>
        </p:nvSpPr>
        <p:spPr bwMode="auto">
          <a:xfrm>
            <a:off x="11518019" y="1794075"/>
            <a:ext cx="634275" cy="495529"/>
          </a:xfrm>
          <a:custGeom>
            <a:avLst/>
            <a:gdLst/>
            <a:ahLst/>
            <a:cxnLst>
              <a:cxn ang="0">
                <a:pos x="66" y="25"/>
              </a:cxn>
              <a:cxn ang="0">
                <a:pos x="51" y="40"/>
              </a:cxn>
              <a:cxn ang="0">
                <a:pos x="57" y="46"/>
              </a:cxn>
              <a:cxn ang="0">
                <a:pos x="51" y="52"/>
              </a:cxn>
              <a:cxn ang="0">
                <a:pos x="20" y="55"/>
              </a:cxn>
              <a:cxn ang="0">
                <a:pos x="7" y="69"/>
              </a:cxn>
              <a:cxn ang="0">
                <a:pos x="0" y="69"/>
              </a:cxn>
              <a:cxn ang="0">
                <a:pos x="0" y="62"/>
              </a:cxn>
              <a:cxn ang="0">
                <a:pos x="14" y="48"/>
              </a:cxn>
              <a:cxn ang="0">
                <a:pos x="17" y="18"/>
              </a:cxn>
              <a:cxn ang="0">
                <a:pos x="23" y="12"/>
              </a:cxn>
              <a:cxn ang="0">
                <a:pos x="29" y="17"/>
              </a:cxn>
              <a:cxn ang="0">
                <a:pos x="44" y="2"/>
              </a:cxn>
              <a:cxn ang="0">
                <a:pos x="51" y="2"/>
              </a:cxn>
              <a:cxn ang="0">
                <a:pos x="51" y="9"/>
              </a:cxn>
              <a:cxn ang="0">
                <a:pos x="35" y="24"/>
              </a:cxn>
              <a:cxn ang="0">
                <a:pos x="44" y="33"/>
              </a:cxn>
              <a:cxn ang="0">
                <a:pos x="60" y="18"/>
              </a:cxn>
              <a:cxn ang="0">
                <a:pos x="66" y="18"/>
              </a:cxn>
              <a:cxn ang="0">
                <a:pos x="66" y="25"/>
              </a:cxn>
            </a:cxnLst>
            <a:rect l="0" t="0" r="r" b="b"/>
            <a:pathLst>
              <a:path w="68" h="69">
                <a:moveTo>
                  <a:pt x="66" y="25"/>
                </a:moveTo>
                <a:cubicBezTo>
                  <a:pt x="51" y="40"/>
                  <a:pt x="51" y="40"/>
                  <a:pt x="51" y="40"/>
                </a:cubicBezTo>
                <a:cubicBezTo>
                  <a:pt x="57" y="46"/>
                  <a:pt x="57" y="46"/>
                  <a:pt x="57" y="46"/>
                </a:cubicBezTo>
                <a:cubicBezTo>
                  <a:pt x="51" y="52"/>
                  <a:pt x="51" y="52"/>
                  <a:pt x="51" y="52"/>
                </a:cubicBezTo>
                <a:cubicBezTo>
                  <a:pt x="42" y="60"/>
                  <a:pt x="30" y="61"/>
                  <a:pt x="20" y="55"/>
                </a:cubicBezTo>
                <a:cubicBezTo>
                  <a:pt x="7" y="69"/>
                  <a:pt x="7" y="69"/>
                  <a:pt x="7" y="69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62"/>
                  <a:pt x="0" y="62"/>
                  <a:pt x="0" y="62"/>
                </a:cubicBezTo>
                <a:cubicBezTo>
                  <a:pt x="14" y="48"/>
                  <a:pt x="14" y="48"/>
                  <a:pt x="14" y="48"/>
                </a:cubicBezTo>
                <a:cubicBezTo>
                  <a:pt x="7" y="39"/>
                  <a:pt x="8" y="26"/>
                  <a:pt x="17" y="18"/>
                </a:cubicBezTo>
                <a:cubicBezTo>
                  <a:pt x="23" y="12"/>
                  <a:pt x="23" y="12"/>
                  <a:pt x="23" y="12"/>
                </a:cubicBezTo>
                <a:cubicBezTo>
                  <a:pt x="29" y="17"/>
                  <a:pt x="29" y="17"/>
                  <a:pt x="29" y="17"/>
                </a:cubicBezTo>
                <a:cubicBezTo>
                  <a:pt x="44" y="2"/>
                  <a:pt x="44" y="2"/>
                  <a:pt x="44" y="2"/>
                </a:cubicBezTo>
                <a:cubicBezTo>
                  <a:pt x="46" y="0"/>
                  <a:pt x="49" y="0"/>
                  <a:pt x="51" y="2"/>
                </a:cubicBezTo>
                <a:cubicBezTo>
                  <a:pt x="52" y="4"/>
                  <a:pt x="52" y="7"/>
                  <a:pt x="51" y="9"/>
                </a:cubicBezTo>
                <a:cubicBezTo>
                  <a:pt x="35" y="24"/>
                  <a:pt x="35" y="24"/>
                  <a:pt x="35" y="24"/>
                </a:cubicBezTo>
                <a:cubicBezTo>
                  <a:pt x="44" y="33"/>
                  <a:pt x="44" y="33"/>
                  <a:pt x="44" y="33"/>
                </a:cubicBezTo>
                <a:cubicBezTo>
                  <a:pt x="60" y="18"/>
                  <a:pt x="60" y="18"/>
                  <a:pt x="60" y="18"/>
                </a:cubicBezTo>
                <a:cubicBezTo>
                  <a:pt x="61" y="16"/>
                  <a:pt x="64" y="16"/>
                  <a:pt x="66" y="18"/>
                </a:cubicBezTo>
                <a:cubicBezTo>
                  <a:pt x="68" y="20"/>
                  <a:pt x="68" y="23"/>
                  <a:pt x="66" y="25"/>
                </a:cubicBezTo>
                <a:close/>
              </a:path>
            </a:pathLst>
          </a:custGeom>
          <a:solidFill>
            <a:srgbClr val="15AA96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971F2CAF-0257-708B-04F7-B9CDD9AE73BD}"/>
              </a:ext>
            </a:extLst>
          </p:cNvPr>
          <p:cNvSpPr txBox="1"/>
          <p:nvPr/>
        </p:nvSpPr>
        <p:spPr>
          <a:xfrm rot="599700">
            <a:off x="5005299" y="5381612"/>
            <a:ext cx="2262423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 defTabSz="1031626">
              <a:defRPr/>
            </a:pPr>
            <a:r>
              <a:rPr lang="en-US" b="1" kern="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Data</a:t>
            </a:r>
            <a:r>
              <a:rPr lang="en-US" sz="1200" b="1" kern="0" dirty="0">
                <a:solidFill>
                  <a:srgbClr val="FFFFFF"/>
                </a:solidFill>
                <a:latin typeface="Roboto Condensed"/>
              </a:rPr>
              <a:t> </a:t>
            </a:r>
            <a:r>
              <a:rPr lang="en-US" b="1" kern="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Exploration</a:t>
            </a:r>
          </a:p>
          <a:p>
            <a:pPr marL="0" marR="0" lvl="0" indent="0" algn="ctr" defTabSz="10316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kern="0" dirty="0">
              <a:solidFill>
                <a:srgbClr val="FFFFFF"/>
              </a:solidFill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65" name="Freeform 66">
            <a:extLst>
              <a:ext uri="{FF2B5EF4-FFF2-40B4-BE49-F238E27FC236}">
                <a16:creationId xmlns:a16="http://schemas.microsoft.com/office/drawing/2014/main" id="{153D995B-776D-520C-8CBB-73B27409403C}"/>
              </a:ext>
            </a:extLst>
          </p:cNvPr>
          <p:cNvSpPr>
            <a:spLocks noEditPoints="1"/>
          </p:cNvSpPr>
          <p:nvPr/>
        </p:nvSpPr>
        <p:spPr bwMode="auto">
          <a:xfrm>
            <a:off x="11026436" y="4400163"/>
            <a:ext cx="610331" cy="499338"/>
          </a:xfrm>
          <a:custGeom>
            <a:avLst/>
            <a:gdLst/>
            <a:ahLst/>
            <a:cxnLst>
              <a:cxn ang="0">
                <a:pos x="29" y="41"/>
              </a:cxn>
              <a:cxn ang="0">
                <a:pos x="22" y="40"/>
              </a:cxn>
              <a:cxn ang="0">
                <a:pos x="11" y="45"/>
              </a:cxn>
              <a:cxn ang="0">
                <a:pos x="7" y="46"/>
              </a:cxn>
              <a:cxn ang="0">
                <a:pos x="7" y="46"/>
              </a:cxn>
              <a:cxn ang="0">
                <a:pos x="6" y="45"/>
              </a:cxn>
              <a:cxn ang="0">
                <a:pos x="6" y="43"/>
              </a:cxn>
              <a:cxn ang="0">
                <a:pos x="11" y="36"/>
              </a:cxn>
              <a:cxn ang="0">
                <a:pos x="0" y="20"/>
              </a:cxn>
              <a:cxn ang="0">
                <a:pos x="29" y="0"/>
              </a:cxn>
              <a:cxn ang="0">
                <a:pos x="57" y="20"/>
              </a:cxn>
              <a:cxn ang="0">
                <a:pos x="29" y="41"/>
              </a:cxn>
              <a:cxn ang="0">
                <a:pos x="62" y="47"/>
              </a:cxn>
              <a:cxn ang="0">
                <a:pos x="66" y="53"/>
              </a:cxn>
              <a:cxn ang="0">
                <a:pos x="67" y="55"/>
              </a:cxn>
              <a:cxn ang="0">
                <a:pos x="66" y="56"/>
              </a:cxn>
              <a:cxn ang="0">
                <a:pos x="62" y="55"/>
              </a:cxn>
              <a:cxn ang="0">
                <a:pos x="51" y="50"/>
              </a:cxn>
              <a:cxn ang="0">
                <a:pos x="44" y="51"/>
              </a:cxn>
              <a:cxn ang="0">
                <a:pos x="25" y="46"/>
              </a:cxn>
              <a:cxn ang="0">
                <a:pos x="29" y="46"/>
              </a:cxn>
              <a:cxn ang="0">
                <a:pos x="52" y="39"/>
              </a:cxn>
              <a:cxn ang="0">
                <a:pos x="62" y="20"/>
              </a:cxn>
              <a:cxn ang="0">
                <a:pos x="61" y="14"/>
              </a:cxn>
              <a:cxn ang="0">
                <a:pos x="72" y="30"/>
              </a:cxn>
              <a:cxn ang="0">
                <a:pos x="62" y="47"/>
              </a:cxn>
            </a:cxnLst>
            <a:rect l="0" t="0" r="r" b="b"/>
            <a:pathLst>
              <a:path w="72" h="56">
                <a:moveTo>
                  <a:pt x="29" y="41"/>
                </a:moveTo>
                <a:cubicBezTo>
                  <a:pt x="26" y="41"/>
                  <a:pt x="24" y="40"/>
                  <a:pt x="22" y="40"/>
                </a:cubicBezTo>
                <a:cubicBezTo>
                  <a:pt x="18" y="42"/>
                  <a:pt x="15" y="44"/>
                  <a:pt x="11" y="45"/>
                </a:cubicBezTo>
                <a:cubicBezTo>
                  <a:pt x="9" y="45"/>
                  <a:pt x="8" y="46"/>
                  <a:pt x="7" y="46"/>
                </a:cubicBezTo>
                <a:cubicBezTo>
                  <a:pt x="7" y="46"/>
                  <a:pt x="7" y="46"/>
                  <a:pt x="7" y="46"/>
                </a:cubicBezTo>
                <a:cubicBezTo>
                  <a:pt x="6" y="46"/>
                  <a:pt x="6" y="45"/>
                  <a:pt x="6" y="45"/>
                </a:cubicBezTo>
                <a:cubicBezTo>
                  <a:pt x="5" y="44"/>
                  <a:pt x="6" y="43"/>
                  <a:pt x="6" y="43"/>
                </a:cubicBezTo>
                <a:cubicBezTo>
                  <a:pt x="8" y="41"/>
                  <a:pt x="10" y="40"/>
                  <a:pt x="11" y="36"/>
                </a:cubicBezTo>
                <a:cubicBezTo>
                  <a:pt x="5" y="32"/>
                  <a:pt x="0" y="27"/>
                  <a:pt x="0" y="20"/>
                </a:cubicBezTo>
                <a:cubicBezTo>
                  <a:pt x="0" y="9"/>
                  <a:pt x="13" y="0"/>
                  <a:pt x="29" y="0"/>
                </a:cubicBezTo>
                <a:cubicBezTo>
                  <a:pt x="44" y="0"/>
                  <a:pt x="57" y="9"/>
                  <a:pt x="57" y="20"/>
                </a:cubicBezTo>
                <a:cubicBezTo>
                  <a:pt x="57" y="32"/>
                  <a:pt x="44" y="41"/>
                  <a:pt x="29" y="41"/>
                </a:cubicBezTo>
                <a:close/>
                <a:moveTo>
                  <a:pt x="62" y="47"/>
                </a:moveTo>
                <a:cubicBezTo>
                  <a:pt x="63" y="50"/>
                  <a:pt x="65" y="51"/>
                  <a:pt x="66" y="53"/>
                </a:cubicBezTo>
                <a:cubicBezTo>
                  <a:pt x="67" y="54"/>
                  <a:pt x="67" y="54"/>
                  <a:pt x="67" y="55"/>
                </a:cubicBezTo>
                <a:cubicBezTo>
                  <a:pt x="67" y="56"/>
                  <a:pt x="67" y="56"/>
                  <a:pt x="66" y="56"/>
                </a:cubicBezTo>
                <a:cubicBezTo>
                  <a:pt x="65" y="56"/>
                  <a:pt x="63" y="56"/>
                  <a:pt x="62" y="55"/>
                </a:cubicBezTo>
                <a:cubicBezTo>
                  <a:pt x="58" y="54"/>
                  <a:pt x="55" y="53"/>
                  <a:pt x="51" y="50"/>
                </a:cubicBezTo>
                <a:cubicBezTo>
                  <a:pt x="49" y="51"/>
                  <a:pt x="47" y="51"/>
                  <a:pt x="44" y="51"/>
                </a:cubicBezTo>
                <a:cubicBezTo>
                  <a:pt x="37" y="51"/>
                  <a:pt x="30" y="49"/>
                  <a:pt x="25" y="46"/>
                </a:cubicBezTo>
                <a:cubicBezTo>
                  <a:pt x="26" y="46"/>
                  <a:pt x="28" y="46"/>
                  <a:pt x="29" y="46"/>
                </a:cubicBezTo>
                <a:cubicBezTo>
                  <a:pt x="37" y="46"/>
                  <a:pt x="46" y="43"/>
                  <a:pt x="52" y="39"/>
                </a:cubicBezTo>
                <a:cubicBezTo>
                  <a:pt x="58" y="34"/>
                  <a:pt x="62" y="27"/>
                  <a:pt x="62" y="20"/>
                </a:cubicBezTo>
                <a:cubicBezTo>
                  <a:pt x="62" y="18"/>
                  <a:pt x="62" y="16"/>
                  <a:pt x="61" y="14"/>
                </a:cubicBezTo>
                <a:cubicBezTo>
                  <a:pt x="68" y="18"/>
                  <a:pt x="72" y="24"/>
                  <a:pt x="72" y="30"/>
                </a:cubicBezTo>
                <a:cubicBezTo>
                  <a:pt x="72" y="37"/>
                  <a:pt x="68" y="43"/>
                  <a:pt x="62" y="47"/>
                </a:cubicBezTo>
                <a:close/>
              </a:path>
            </a:pathLst>
          </a:custGeom>
          <a:solidFill>
            <a:srgbClr val="F68B28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0AEAF5C5-1BCE-F1E2-E584-0B4BD7B3B153}"/>
              </a:ext>
            </a:extLst>
          </p:cNvPr>
          <p:cNvGrpSpPr/>
          <p:nvPr/>
        </p:nvGrpSpPr>
        <p:grpSpPr>
          <a:xfrm>
            <a:off x="2497393" y="4743003"/>
            <a:ext cx="345368" cy="508470"/>
            <a:chOff x="1889137" y="3611539"/>
            <a:chExt cx="1107223" cy="1490798"/>
          </a:xfrm>
        </p:grpSpPr>
        <p:sp>
          <p:nvSpPr>
            <p:cNvPr id="267" name="Freeform 7">
              <a:extLst>
                <a:ext uri="{FF2B5EF4-FFF2-40B4-BE49-F238E27FC236}">
                  <a16:creationId xmlns:a16="http://schemas.microsoft.com/office/drawing/2014/main" id="{2F6C7AD6-74D6-6515-0D6B-FEF2B48CD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6601" y="4084746"/>
              <a:ext cx="552294" cy="728923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77" y="64"/>
                </a:cxn>
                <a:cxn ang="0">
                  <a:pos x="77" y="100"/>
                </a:cxn>
                <a:cxn ang="0">
                  <a:pos x="0" y="216"/>
                </a:cxn>
                <a:cxn ang="0">
                  <a:pos x="0" y="233"/>
                </a:cxn>
                <a:cxn ang="0">
                  <a:pos x="177" y="233"/>
                </a:cxn>
                <a:cxn ang="0">
                  <a:pos x="177" y="216"/>
                </a:cxn>
                <a:cxn ang="0">
                  <a:pos x="99" y="100"/>
                </a:cxn>
                <a:cxn ang="0">
                  <a:pos x="99" y="64"/>
                </a:cxn>
                <a:cxn ang="0">
                  <a:pos x="155" y="2"/>
                </a:cxn>
              </a:cxnLst>
              <a:rect l="0" t="0" r="r" b="b"/>
              <a:pathLst>
                <a:path w="177" h="233">
                  <a:moveTo>
                    <a:pt x="21" y="0"/>
                  </a:moveTo>
                  <a:cubicBezTo>
                    <a:pt x="34" y="22"/>
                    <a:pt x="53" y="48"/>
                    <a:pt x="77" y="64"/>
                  </a:cubicBezTo>
                  <a:cubicBezTo>
                    <a:pt x="77" y="100"/>
                    <a:pt x="77" y="100"/>
                    <a:pt x="77" y="100"/>
                  </a:cubicBezTo>
                  <a:cubicBezTo>
                    <a:pt x="77" y="100"/>
                    <a:pt x="21" y="154"/>
                    <a:pt x="0" y="216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177" y="233"/>
                    <a:pt x="177" y="233"/>
                    <a:pt x="177" y="233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48" y="148"/>
                    <a:pt x="99" y="100"/>
                    <a:pt x="99" y="100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126" y="41"/>
                    <a:pt x="143" y="20"/>
                    <a:pt x="155" y="2"/>
                  </a:cubicBezTo>
                </a:path>
              </a:pathLst>
            </a:custGeom>
            <a:solidFill>
              <a:srgbClr val="A6C16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 rtl="1"/>
              <a:endParaRPr lang="en-US" dirty="0"/>
            </a:p>
          </p:txBody>
        </p:sp>
        <p:sp>
          <p:nvSpPr>
            <p:cNvPr id="268" name="Freeform 8">
              <a:extLst>
                <a:ext uri="{FF2B5EF4-FFF2-40B4-BE49-F238E27FC236}">
                  <a16:creationId xmlns:a16="http://schemas.microsoft.com/office/drawing/2014/main" id="{BE5F6F10-D388-8B73-2C34-7826BBDC55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9137" y="3611539"/>
              <a:ext cx="1107223" cy="1490798"/>
            </a:xfrm>
            <a:custGeom>
              <a:avLst/>
              <a:gdLst/>
              <a:ahLst/>
              <a:cxnLst>
                <a:cxn ang="0">
                  <a:pos x="329" y="78"/>
                </a:cxn>
                <a:cxn ang="0">
                  <a:pos x="329" y="51"/>
                </a:cxn>
                <a:cxn ang="0">
                  <a:pos x="355" y="51"/>
                </a:cxn>
                <a:cxn ang="0">
                  <a:pos x="355" y="0"/>
                </a:cxn>
                <a:cxn ang="0">
                  <a:pos x="0" y="0"/>
                </a:cxn>
                <a:cxn ang="0">
                  <a:pos x="0" y="51"/>
                </a:cxn>
                <a:cxn ang="0">
                  <a:pos x="25" y="51"/>
                </a:cxn>
                <a:cxn ang="0">
                  <a:pos x="25" y="78"/>
                </a:cxn>
                <a:cxn ang="0">
                  <a:pos x="102" y="238"/>
                </a:cxn>
                <a:cxn ang="0">
                  <a:pos x="25" y="399"/>
                </a:cxn>
                <a:cxn ang="0">
                  <a:pos x="25" y="425"/>
                </a:cxn>
                <a:cxn ang="0">
                  <a:pos x="0" y="425"/>
                </a:cxn>
                <a:cxn ang="0">
                  <a:pos x="0" y="476"/>
                </a:cxn>
                <a:cxn ang="0">
                  <a:pos x="355" y="476"/>
                </a:cxn>
                <a:cxn ang="0">
                  <a:pos x="355" y="425"/>
                </a:cxn>
                <a:cxn ang="0">
                  <a:pos x="329" y="425"/>
                </a:cxn>
                <a:cxn ang="0">
                  <a:pos x="329" y="399"/>
                </a:cxn>
                <a:cxn ang="0">
                  <a:pos x="252" y="238"/>
                </a:cxn>
                <a:cxn ang="0">
                  <a:pos x="329" y="78"/>
                </a:cxn>
                <a:cxn ang="0">
                  <a:pos x="304" y="399"/>
                </a:cxn>
                <a:cxn ang="0">
                  <a:pos x="304" y="425"/>
                </a:cxn>
                <a:cxn ang="0">
                  <a:pos x="50" y="425"/>
                </a:cxn>
                <a:cxn ang="0">
                  <a:pos x="50" y="399"/>
                </a:cxn>
                <a:cxn ang="0">
                  <a:pos x="128" y="238"/>
                </a:cxn>
                <a:cxn ang="0">
                  <a:pos x="50" y="78"/>
                </a:cxn>
                <a:cxn ang="0">
                  <a:pos x="50" y="51"/>
                </a:cxn>
                <a:cxn ang="0">
                  <a:pos x="304" y="51"/>
                </a:cxn>
                <a:cxn ang="0">
                  <a:pos x="304" y="78"/>
                </a:cxn>
                <a:cxn ang="0">
                  <a:pos x="226" y="238"/>
                </a:cxn>
                <a:cxn ang="0">
                  <a:pos x="304" y="399"/>
                </a:cxn>
                <a:cxn ang="0">
                  <a:pos x="304" y="399"/>
                </a:cxn>
                <a:cxn ang="0">
                  <a:pos x="304" y="399"/>
                </a:cxn>
              </a:cxnLst>
              <a:rect l="0" t="0" r="r" b="b"/>
              <a:pathLst>
                <a:path w="355" h="476">
                  <a:moveTo>
                    <a:pt x="329" y="78"/>
                  </a:moveTo>
                  <a:cubicBezTo>
                    <a:pt x="329" y="51"/>
                    <a:pt x="329" y="51"/>
                    <a:pt x="329" y="51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5" y="0"/>
                    <a:pt x="355" y="0"/>
                    <a:pt x="35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5" y="119"/>
                    <a:pt x="98" y="230"/>
                    <a:pt x="102" y="238"/>
                  </a:cubicBezTo>
                  <a:cubicBezTo>
                    <a:pt x="98" y="247"/>
                    <a:pt x="25" y="358"/>
                    <a:pt x="25" y="399"/>
                  </a:cubicBezTo>
                  <a:cubicBezTo>
                    <a:pt x="25" y="425"/>
                    <a:pt x="25" y="425"/>
                    <a:pt x="25" y="425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0" y="476"/>
                    <a:pt x="0" y="476"/>
                    <a:pt x="0" y="476"/>
                  </a:cubicBezTo>
                  <a:cubicBezTo>
                    <a:pt x="355" y="476"/>
                    <a:pt x="355" y="476"/>
                    <a:pt x="355" y="476"/>
                  </a:cubicBezTo>
                  <a:cubicBezTo>
                    <a:pt x="355" y="425"/>
                    <a:pt x="355" y="425"/>
                    <a:pt x="355" y="425"/>
                  </a:cubicBezTo>
                  <a:cubicBezTo>
                    <a:pt x="329" y="425"/>
                    <a:pt x="329" y="425"/>
                    <a:pt x="329" y="425"/>
                  </a:cubicBezTo>
                  <a:cubicBezTo>
                    <a:pt x="329" y="399"/>
                    <a:pt x="329" y="399"/>
                    <a:pt x="329" y="399"/>
                  </a:cubicBezTo>
                  <a:cubicBezTo>
                    <a:pt x="329" y="358"/>
                    <a:pt x="256" y="247"/>
                    <a:pt x="252" y="238"/>
                  </a:cubicBezTo>
                  <a:cubicBezTo>
                    <a:pt x="256" y="230"/>
                    <a:pt x="329" y="119"/>
                    <a:pt x="329" y="78"/>
                  </a:cubicBezTo>
                  <a:close/>
                  <a:moveTo>
                    <a:pt x="304" y="399"/>
                  </a:moveTo>
                  <a:cubicBezTo>
                    <a:pt x="304" y="425"/>
                    <a:pt x="304" y="425"/>
                    <a:pt x="304" y="425"/>
                  </a:cubicBezTo>
                  <a:cubicBezTo>
                    <a:pt x="50" y="425"/>
                    <a:pt x="50" y="425"/>
                    <a:pt x="50" y="425"/>
                  </a:cubicBezTo>
                  <a:cubicBezTo>
                    <a:pt x="50" y="399"/>
                    <a:pt x="50" y="399"/>
                    <a:pt x="50" y="399"/>
                  </a:cubicBezTo>
                  <a:cubicBezTo>
                    <a:pt x="50" y="369"/>
                    <a:pt x="128" y="253"/>
                    <a:pt x="128" y="238"/>
                  </a:cubicBezTo>
                  <a:cubicBezTo>
                    <a:pt x="128" y="224"/>
                    <a:pt x="50" y="107"/>
                    <a:pt x="50" y="78"/>
                  </a:cubicBezTo>
                  <a:cubicBezTo>
                    <a:pt x="50" y="51"/>
                    <a:pt x="50" y="51"/>
                    <a:pt x="50" y="51"/>
                  </a:cubicBezTo>
                  <a:cubicBezTo>
                    <a:pt x="304" y="51"/>
                    <a:pt x="304" y="51"/>
                    <a:pt x="304" y="51"/>
                  </a:cubicBezTo>
                  <a:cubicBezTo>
                    <a:pt x="304" y="78"/>
                    <a:pt x="304" y="78"/>
                    <a:pt x="304" y="78"/>
                  </a:cubicBezTo>
                  <a:cubicBezTo>
                    <a:pt x="304" y="107"/>
                    <a:pt x="226" y="224"/>
                    <a:pt x="226" y="238"/>
                  </a:cubicBezTo>
                  <a:cubicBezTo>
                    <a:pt x="226" y="253"/>
                    <a:pt x="304" y="369"/>
                    <a:pt x="304" y="399"/>
                  </a:cubicBezTo>
                  <a:close/>
                  <a:moveTo>
                    <a:pt x="304" y="399"/>
                  </a:moveTo>
                  <a:cubicBezTo>
                    <a:pt x="304" y="399"/>
                    <a:pt x="304" y="399"/>
                    <a:pt x="304" y="399"/>
                  </a:cubicBezTo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r" rtl="1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59712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2726CD0-EC20-FA7A-B821-879434896395}"/>
              </a:ext>
            </a:extLst>
          </p:cNvPr>
          <p:cNvGrpSpPr/>
          <p:nvPr/>
        </p:nvGrpSpPr>
        <p:grpSpPr>
          <a:xfrm>
            <a:off x="588962" y="269690"/>
            <a:ext cx="14875895" cy="495529"/>
            <a:chOff x="588962" y="269690"/>
            <a:chExt cx="14875895" cy="495529"/>
          </a:xfrm>
        </p:grpSpPr>
        <p:sp>
          <p:nvSpPr>
            <p:cNvPr id="7" name="Circle">
              <a:extLst>
                <a:ext uri="{FF2B5EF4-FFF2-40B4-BE49-F238E27FC236}">
                  <a16:creationId xmlns:a16="http://schemas.microsoft.com/office/drawing/2014/main" id="{A99DB4C0-BB23-EF74-77A5-CF3AD3FE89C1}"/>
                </a:ext>
              </a:extLst>
            </p:cNvPr>
            <p:cNvSpPr/>
            <p:nvPr/>
          </p:nvSpPr>
          <p:spPr>
            <a:xfrm>
              <a:off x="588962" y="269690"/>
              <a:ext cx="2975179" cy="495529"/>
            </a:xfrm>
            <a:prstGeom prst="snip1Rect">
              <a:avLst/>
            </a:prstGeom>
            <a:solidFill>
              <a:srgbClr val="082340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Problem Statement</a:t>
              </a:r>
            </a:p>
          </p:txBody>
        </p:sp>
        <p:sp>
          <p:nvSpPr>
            <p:cNvPr id="8" name="Circle">
              <a:extLst>
                <a:ext uri="{FF2B5EF4-FFF2-40B4-BE49-F238E27FC236}">
                  <a16:creationId xmlns:a16="http://schemas.microsoft.com/office/drawing/2014/main" id="{D2322A13-FFE6-A3C8-A03E-0187FA1C156D}"/>
                </a:ext>
              </a:extLst>
            </p:cNvPr>
            <p:cNvSpPr/>
            <p:nvPr/>
          </p:nvSpPr>
          <p:spPr>
            <a:xfrm>
              <a:off x="6539320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Technical Details</a:t>
              </a:r>
            </a:p>
          </p:txBody>
        </p:sp>
        <p:sp>
          <p:nvSpPr>
            <p:cNvPr id="9" name="Circle">
              <a:extLst>
                <a:ext uri="{FF2B5EF4-FFF2-40B4-BE49-F238E27FC236}">
                  <a16:creationId xmlns:a16="http://schemas.microsoft.com/office/drawing/2014/main" id="{CFF21D15-001D-EE52-BDE3-CA7CEF70D568}"/>
                </a:ext>
              </a:extLst>
            </p:cNvPr>
            <p:cNvSpPr/>
            <p:nvPr/>
          </p:nvSpPr>
          <p:spPr>
            <a:xfrm>
              <a:off x="3564141" y="269690"/>
              <a:ext cx="2975179" cy="495529"/>
            </a:xfrm>
            <a:prstGeom prst="snip1Rect">
              <a:avLst/>
            </a:prstGeom>
            <a:solidFill>
              <a:srgbClr val="F15B40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2"/>
                  </a:solidFill>
                </a:rPr>
                <a:t>Target Audience</a:t>
              </a:r>
            </a:p>
          </p:txBody>
        </p:sp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1D9F001D-744D-25C5-B5F4-CA9BA65DB696}"/>
                </a:ext>
              </a:extLst>
            </p:cNvPr>
            <p:cNvSpPr/>
            <p:nvPr/>
          </p:nvSpPr>
          <p:spPr>
            <a:xfrm>
              <a:off x="9514499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Cost</a:t>
              </a:r>
            </a:p>
          </p:txBody>
        </p:sp>
        <p:sp>
          <p:nvSpPr>
            <p:cNvPr id="13" name="Circle">
              <a:extLst>
                <a:ext uri="{FF2B5EF4-FFF2-40B4-BE49-F238E27FC236}">
                  <a16:creationId xmlns:a16="http://schemas.microsoft.com/office/drawing/2014/main" id="{39EE3D61-C4B1-8DBD-0B7C-76CD20E19D1A}"/>
                </a:ext>
              </a:extLst>
            </p:cNvPr>
            <p:cNvSpPr/>
            <p:nvPr/>
          </p:nvSpPr>
          <p:spPr>
            <a:xfrm>
              <a:off x="12489678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Future Enhancements</a:t>
              </a:r>
            </a:p>
          </p:txBody>
        </p:sp>
      </p:grpSp>
      <p:grpSp>
        <p:nvGrpSpPr>
          <p:cNvPr id="20" name="Group 22">
            <a:extLst>
              <a:ext uri="{FF2B5EF4-FFF2-40B4-BE49-F238E27FC236}">
                <a16:creationId xmlns:a16="http://schemas.microsoft.com/office/drawing/2014/main" id="{C93BF683-8FAF-98D6-A92A-54EF3164E840}"/>
              </a:ext>
            </a:extLst>
          </p:cNvPr>
          <p:cNvGrpSpPr/>
          <p:nvPr/>
        </p:nvGrpSpPr>
        <p:grpSpPr>
          <a:xfrm>
            <a:off x="1603306" y="3061209"/>
            <a:ext cx="2420030" cy="2936471"/>
            <a:chOff x="3681413" y="3632200"/>
            <a:chExt cx="638175" cy="657225"/>
          </a:xfrm>
          <a:solidFill>
            <a:srgbClr val="262626">
              <a:lumMod val="75000"/>
              <a:lumOff val="25000"/>
            </a:srgbClr>
          </a:solidFill>
        </p:grpSpPr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359FCEE2-EA64-3CCE-A46E-0077A083F0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6688" y="3681413"/>
              <a:ext cx="342900" cy="533400"/>
            </a:xfrm>
            <a:custGeom>
              <a:avLst/>
              <a:gdLst/>
              <a:ahLst/>
              <a:cxnLst>
                <a:cxn ang="0">
                  <a:pos x="135" y="53"/>
                </a:cxn>
                <a:cxn ang="0">
                  <a:pos x="134" y="52"/>
                </a:cxn>
                <a:cxn ang="0">
                  <a:pos x="121" y="47"/>
                </a:cxn>
                <a:cxn ang="0">
                  <a:pos x="112" y="56"/>
                </a:cxn>
                <a:cxn ang="0">
                  <a:pos x="103" y="46"/>
                </a:cxn>
                <a:cxn ang="0">
                  <a:pos x="103" y="46"/>
                </a:cxn>
                <a:cxn ang="0">
                  <a:pos x="91" y="52"/>
                </a:cxn>
                <a:cxn ang="0">
                  <a:pos x="88" y="53"/>
                </a:cxn>
                <a:cxn ang="0">
                  <a:pos x="71" y="55"/>
                </a:cxn>
                <a:cxn ang="0">
                  <a:pos x="29" y="9"/>
                </a:cxn>
                <a:cxn ang="0">
                  <a:pos x="22" y="2"/>
                </a:cxn>
                <a:cxn ang="0">
                  <a:pos x="18" y="1"/>
                </a:cxn>
                <a:cxn ang="0">
                  <a:pos x="10" y="2"/>
                </a:cxn>
                <a:cxn ang="0">
                  <a:pos x="3" y="21"/>
                </a:cxn>
                <a:cxn ang="0">
                  <a:pos x="12" y="36"/>
                </a:cxn>
                <a:cxn ang="0">
                  <a:pos x="16" y="41"/>
                </a:cxn>
                <a:cxn ang="0">
                  <a:pos x="63" y="82"/>
                </a:cxn>
                <a:cxn ang="0">
                  <a:pos x="75" y="84"/>
                </a:cxn>
                <a:cxn ang="0">
                  <a:pos x="75" y="158"/>
                </a:cxn>
                <a:cxn ang="0">
                  <a:pos x="77" y="168"/>
                </a:cxn>
                <a:cxn ang="0">
                  <a:pos x="77" y="170"/>
                </a:cxn>
                <a:cxn ang="0">
                  <a:pos x="77" y="305"/>
                </a:cxn>
                <a:cxn ang="0">
                  <a:pos x="93" y="321"/>
                </a:cxn>
                <a:cxn ang="0">
                  <a:pos x="110" y="305"/>
                </a:cxn>
                <a:cxn ang="0">
                  <a:pos x="110" y="190"/>
                </a:cxn>
                <a:cxn ang="0">
                  <a:pos x="112" y="190"/>
                </a:cxn>
                <a:cxn ang="0">
                  <a:pos x="112" y="190"/>
                </a:cxn>
                <a:cxn ang="0">
                  <a:pos x="112" y="305"/>
                </a:cxn>
                <a:cxn ang="0">
                  <a:pos x="129" y="321"/>
                </a:cxn>
                <a:cxn ang="0">
                  <a:pos x="129" y="321"/>
                </a:cxn>
                <a:cxn ang="0">
                  <a:pos x="146" y="305"/>
                </a:cxn>
                <a:cxn ang="0">
                  <a:pos x="146" y="173"/>
                </a:cxn>
                <a:cxn ang="0">
                  <a:pos x="149" y="175"/>
                </a:cxn>
                <a:cxn ang="0">
                  <a:pos x="155" y="177"/>
                </a:cxn>
                <a:cxn ang="0">
                  <a:pos x="168" y="170"/>
                </a:cxn>
                <a:cxn ang="0">
                  <a:pos x="135" y="53"/>
                </a:cxn>
                <a:cxn ang="0">
                  <a:pos x="112" y="127"/>
                </a:cxn>
                <a:cxn ang="0">
                  <a:pos x="112" y="127"/>
                </a:cxn>
                <a:cxn ang="0">
                  <a:pos x="103" y="115"/>
                </a:cxn>
                <a:cxn ang="0">
                  <a:pos x="112" y="57"/>
                </a:cxn>
                <a:cxn ang="0">
                  <a:pos x="112" y="57"/>
                </a:cxn>
                <a:cxn ang="0">
                  <a:pos x="121" y="115"/>
                </a:cxn>
                <a:cxn ang="0">
                  <a:pos x="112" y="127"/>
                </a:cxn>
                <a:cxn ang="0">
                  <a:pos x="149" y="143"/>
                </a:cxn>
                <a:cxn ang="0">
                  <a:pos x="149" y="103"/>
                </a:cxn>
                <a:cxn ang="0">
                  <a:pos x="149" y="143"/>
                </a:cxn>
                <a:cxn ang="0">
                  <a:pos x="149" y="143"/>
                </a:cxn>
                <a:cxn ang="0">
                  <a:pos x="149" y="143"/>
                </a:cxn>
              </a:cxnLst>
              <a:rect l="0" t="0" r="r" b="b"/>
              <a:pathLst>
                <a:path w="207" h="321">
                  <a:moveTo>
                    <a:pt x="135" y="53"/>
                  </a:moveTo>
                  <a:cubicBezTo>
                    <a:pt x="135" y="53"/>
                    <a:pt x="134" y="52"/>
                    <a:pt x="134" y="52"/>
                  </a:cubicBezTo>
                  <a:cubicBezTo>
                    <a:pt x="130" y="50"/>
                    <a:pt x="126" y="48"/>
                    <a:pt x="121" y="47"/>
                  </a:cubicBezTo>
                  <a:cubicBezTo>
                    <a:pt x="112" y="56"/>
                    <a:pt x="112" y="56"/>
                    <a:pt x="112" y="56"/>
                  </a:cubicBezTo>
                  <a:cubicBezTo>
                    <a:pt x="103" y="46"/>
                    <a:pt x="103" y="46"/>
                    <a:pt x="103" y="46"/>
                  </a:cubicBezTo>
                  <a:cubicBezTo>
                    <a:pt x="103" y="46"/>
                    <a:pt x="103" y="46"/>
                    <a:pt x="103" y="46"/>
                  </a:cubicBezTo>
                  <a:cubicBezTo>
                    <a:pt x="99" y="48"/>
                    <a:pt x="95" y="49"/>
                    <a:pt x="91" y="52"/>
                  </a:cubicBezTo>
                  <a:cubicBezTo>
                    <a:pt x="90" y="52"/>
                    <a:pt x="89" y="52"/>
                    <a:pt x="88" y="53"/>
                  </a:cubicBezTo>
                  <a:cubicBezTo>
                    <a:pt x="82" y="56"/>
                    <a:pt x="77" y="57"/>
                    <a:pt x="71" y="55"/>
                  </a:cubicBezTo>
                  <a:cubicBezTo>
                    <a:pt x="52" y="49"/>
                    <a:pt x="34" y="19"/>
                    <a:pt x="29" y="9"/>
                  </a:cubicBezTo>
                  <a:cubicBezTo>
                    <a:pt x="27" y="6"/>
                    <a:pt x="25" y="4"/>
                    <a:pt x="22" y="2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6" y="0"/>
                    <a:pt x="13" y="1"/>
                    <a:pt x="10" y="2"/>
                  </a:cubicBezTo>
                  <a:cubicBezTo>
                    <a:pt x="3" y="5"/>
                    <a:pt x="0" y="14"/>
                    <a:pt x="3" y="21"/>
                  </a:cubicBezTo>
                  <a:cubicBezTo>
                    <a:pt x="4" y="23"/>
                    <a:pt x="7" y="29"/>
                    <a:pt x="12" y="36"/>
                  </a:cubicBezTo>
                  <a:cubicBezTo>
                    <a:pt x="16" y="41"/>
                    <a:pt x="16" y="41"/>
                    <a:pt x="16" y="41"/>
                  </a:cubicBezTo>
                  <a:cubicBezTo>
                    <a:pt x="26" y="56"/>
                    <a:pt x="42" y="75"/>
                    <a:pt x="63" y="82"/>
                  </a:cubicBezTo>
                  <a:cubicBezTo>
                    <a:pt x="67" y="83"/>
                    <a:pt x="71" y="84"/>
                    <a:pt x="75" y="84"/>
                  </a:cubicBezTo>
                  <a:cubicBezTo>
                    <a:pt x="75" y="158"/>
                    <a:pt x="75" y="158"/>
                    <a:pt x="75" y="158"/>
                  </a:cubicBezTo>
                  <a:cubicBezTo>
                    <a:pt x="75" y="162"/>
                    <a:pt x="76" y="165"/>
                    <a:pt x="77" y="168"/>
                  </a:cubicBezTo>
                  <a:cubicBezTo>
                    <a:pt x="77" y="169"/>
                    <a:pt x="77" y="170"/>
                    <a:pt x="77" y="170"/>
                  </a:cubicBezTo>
                  <a:cubicBezTo>
                    <a:pt x="77" y="305"/>
                    <a:pt x="77" y="305"/>
                    <a:pt x="77" y="305"/>
                  </a:cubicBezTo>
                  <a:cubicBezTo>
                    <a:pt x="77" y="314"/>
                    <a:pt x="84" y="321"/>
                    <a:pt x="93" y="321"/>
                  </a:cubicBezTo>
                  <a:cubicBezTo>
                    <a:pt x="103" y="321"/>
                    <a:pt x="110" y="314"/>
                    <a:pt x="110" y="305"/>
                  </a:cubicBezTo>
                  <a:cubicBezTo>
                    <a:pt x="110" y="190"/>
                    <a:pt x="110" y="190"/>
                    <a:pt x="110" y="190"/>
                  </a:cubicBezTo>
                  <a:cubicBezTo>
                    <a:pt x="111" y="190"/>
                    <a:pt x="111" y="190"/>
                    <a:pt x="112" y="190"/>
                  </a:cubicBezTo>
                  <a:cubicBezTo>
                    <a:pt x="112" y="190"/>
                    <a:pt x="112" y="190"/>
                    <a:pt x="112" y="190"/>
                  </a:cubicBezTo>
                  <a:cubicBezTo>
                    <a:pt x="112" y="305"/>
                    <a:pt x="112" y="305"/>
                    <a:pt x="112" y="305"/>
                  </a:cubicBezTo>
                  <a:cubicBezTo>
                    <a:pt x="112" y="314"/>
                    <a:pt x="120" y="321"/>
                    <a:pt x="129" y="321"/>
                  </a:cubicBezTo>
                  <a:cubicBezTo>
                    <a:pt x="129" y="321"/>
                    <a:pt x="129" y="321"/>
                    <a:pt x="129" y="321"/>
                  </a:cubicBezTo>
                  <a:cubicBezTo>
                    <a:pt x="138" y="321"/>
                    <a:pt x="146" y="314"/>
                    <a:pt x="146" y="305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6" y="174"/>
                    <a:pt x="147" y="175"/>
                    <a:pt x="149" y="175"/>
                  </a:cubicBezTo>
                  <a:cubicBezTo>
                    <a:pt x="151" y="176"/>
                    <a:pt x="153" y="177"/>
                    <a:pt x="155" y="177"/>
                  </a:cubicBezTo>
                  <a:cubicBezTo>
                    <a:pt x="160" y="177"/>
                    <a:pt x="165" y="174"/>
                    <a:pt x="168" y="170"/>
                  </a:cubicBezTo>
                  <a:cubicBezTo>
                    <a:pt x="207" y="97"/>
                    <a:pt x="153" y="64"/>
                    <a:pt x="135" y="53"/>
                  </a:cubicBezTo>
                  <a:close/>
                  <a:moveTo>
                    <a:pt x="112" y="127"/>
                  </a:moveTo>
                  <a:cubicBezTo>
                    <a:pt x="112" y="127"/>
                    <a:pt x="112" y="127"/>
                    <a:pt x="112" y="127"/>
                  </a:cubicBezTo>
                  <a:cubicBezTo>
                    <a:pt x="103" y="115"/>
                    <a:pt x="103" y="115"/>
                    <a:pt x="103" y="115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12" y="57"/>
                    <a:pt x="112" y="57"/>
                    <a:pt x="112" y="57"/>
                  </a:cubicBezTo>
                  <a:cubicBezTo>
                    <a:pt x="121" y="115"/>
                    <a:pt x="121" y="115"/>
                    <a:pt x="121" y="115"/>
                  </a:cubicBezTo>
                  <a:lnTo>
                    <a:pt x="112" y="127"/>
                  </a:lnTo>
                  <a:close/>
                  <a:moveTo>
                    <a:pt x="149" y="143"/>
                  </a:moveTo>
                  <a:cubicBezTo>
                    <a:pt x="149" y="103"/>
                    <a:pt x="149" y="103"/>
                    <a:pt x="149" y="103"/>
                  </a:cubicBezTo>
                  <a:cubicBezTo>
                    <a:pt x="154" y="113"/>
                    <a:pt x="156" y="126"/>
                    <a:pt x="149" y="143"/>
                  </a:cubicBezTo>
                  <a:close/>
                  <a:moveTo>
                    <a:pt x="149" y="143"/>
                  </a:moveTo>
                  <a:cubicBezTo>
                    <a:pt x="149" y="143"/>
                    <a:pt x="149" y="143"/>
                    <a:pt x="149" y="14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14D1868D-DDAC-9D1C-7AF3-2D64BC8FCA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2100" y="3633788"/>
              <a:ext cx="119063" cy="120650"/>
            </a:xfrm>
            <a:custGeom>
              <a:avLst/>
              <a:gdLst/>
              <a:ahLst/>
              <a:cxnLst>
                <a:cxn ang="0">
                  <a:pos x="72" y="36"/>
                </a:cxn>
                <a:cxn ang="0">
                  <a:pos x="36" y="72"/>
                </a:cxn>
                <a:cxn ang="0">
                  <a:pos x="0" y="36"/>
                </a:cxn>
                <a:cxn ang="0">
                  <a:pos x="36" y="0"/>
                </a:cxn>
                <a:cxn ang="0">
                  <a:pos x="72" y="36"/>
                </a:cxn>
                <a:cxn ang="0">
                  <a:pos x="72" y="36"/>
                </a:cxn>
                <a:cxn ang="0">
                  <a:pos x="72" y="36"/>
                </a:cxn>
              </a:cxnLst>
              <a:rect l="0" t="0" r="r" b="b"/>
              <a:pathLst>
                <a:path w="72" h="72">
                  <a:moveTo>
                    <a:pt x="72" y="36"/>
                  </a:moveTo>
                  <a:cubicBezTo>
                    <a:pt x="72" y="56"/>
                    <a:pt x="56" y="72"/>
                    <a:pt x="36" y="72"/>
                  </a:cubicBez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lose/>
                  <a:moveTo>
                    <a:pt x="72" y="36"/>
                  </a:moveTo>
                  <a:cubicBezTo>
                    <a:pt x="72" y="36"/>
                    <a:pt x="72" y="36"/>
                    <a:pt x="72" y="3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631865BB-0DA8-F0E3-DBED-8A4AB2B439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03638" y="3632200"/>
              <a:ext cx="361950" cy="338137"/>
            </a:xfrm>
            <a:custGeom>
              <a:avLst/>
              <a:gdLst/>
              <a:ahLst/>
              <a:cxnLst>
                <a:cxn ang="0">
                  <a:pos x="197" y="203"/>
                </a:cxn>
                <a:cxn ang="0">
                  <a:pos x="20" y="203"/>
                </a:cxn>
                <a:cxn ang="0">
                  <a:pos x="0" y="182"/>
                </a:cxn>
                <a:cxn ang="0">
                  <a:pos x="0" y="20"/>
                </a:cxn>
                <a:cxn ang="0">
                  <a:pos x="20" y="0"/>
                </a:cxn>
                <a:cxn ang="0">
                  <a:pos x="197" y="0"/>
                </a:cxn>
                <a:cxn ang="0">
                  <a:pos x="218" y="20"/>
                </a:cxn>
                <a:cxn ang="0">
                  <a:pos x="218" y="182"/>
                </a:cxn>
                <a:cxn ang="0">
                  <a:pos x="197" y="203"/>
                </a:cxn>
                <a:cxn ang="0">
                  <a:pos x="20" y="13"/>
                </a:cxn>
                <a:cxn ang="0">
                  <a:pos x="13" y="20"/>
                </a:cxn>
                <a:cxn ang="0">
                  <a:pos x="13" y="182"/>
                </a:cxn>
                <a:cxn ang="0">
                  <a:pos x="20" y="189"/>
                </a:cxn>
                <a:cxn ang="0">
                  <a:pos x="197" y="189"/>
                </a:cxn>
                <a:cxn ang="0">
                  <a:pos x="204" y="182"/>
                </a:cxn>
                <a:cxn ang="0">
                  <a:pos x="204" y="20"/>
                </a:cxn>
                <a:cxn ang="0">
                  <a:pos x="197" y="13"/>
                </a:cxn>
                <a:cxn ang="0">
                  <a:pos x="20" y="13"/>
                </a:cxn>
                <a:cxn ang="0">
                  <a:pos x="20" y="13"/>
                </a:cxn>
                <a:cxn ang="0">
                  <a:pos x="20" y="13"/>
                </a:cxn>
              </a:cxnLst>
              <a:rect l="0" t="0" r="r" b="b"/>
              <a:pathLst>
                <a:path w="218" h="203">
                  <a:moveTo>
                    <a:pt x="197" y="203"/>
                  </a:moveTo>
                  <a:cubicBezTo>
                    <a:pt x="20" y="203"/>
                    <a:pt x="20" y="203"/>
                    <a:pt x="20" y="203"/>
                  </a:cubicBezTo>
                  <a:cubicBezTo>
                    <a:pt x="9" y="203"/>
                    <a:pt x="0" y="194"/>
                    <a:pt x="0" y="18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97" y="0"/>
                    <a:pt x="197" y="0"/>
                    <a:pt x="197" y="0"/>
                  </a:cubicBezTo>
                  <a:cubicBezTo>
                    <a:pt x="208" y="0"/>
                    <a:pt x="218" y="9"/>
                    <a:pt x="218" y="20"/>
                  </a:cubicBezTo>
                  <a:cubicBezTo>
                    <a:pt x="218" y="182"/>
                    <a:pt x="218" y="182"/>
                    <a:pt x="218" y="182"/>
                  </a:cubicBezTo>
                  <a:cubicBezTo>
                    <a:pt x="218" y="194"/>
                    <a:pt x="208" y="203"/>
                    <a:pt x="197" y="203"/>
                  </a:cubicBezTo>
                  <a:close/>
                  <a:moveTo>
                    <a:pt x="20" y="13"/>
                  </a:moveTo>
                  <a:cubicBezTo>
                    <a:pt x="16" y="13"/>
                    <a:pt x="13" y="16"/>
                    <a:pt x="13" y="20"/>
                  </a:cubicBezTo>
                  <a:cubicBezTo>
                    <a:pt x="13" y="182"/>
                    <a:pt x="13" y="182"/>
                    <a:pt x="13" y="182"/>
                  </a:cubicBezTo>
                  <a:cubicBezTo>
                    <a:pt x="13" y="186"/>
                    <a:pt x="16" y="189"/>
                    <a:pt x="20" y="189"/>
                  </a:cubicBezTo>
                  <a:cubicBezTo>
                    <a:pt x="197" y="189"/>
                    <a:pt x="197" y="189"/>
                    <a:pt x="197" y="189"/>
                  </a:cubicBezTo>
                  <a:cubicBezTo>
                    <a:pt x="201" y="189"/>
                    <a:pt x="204" y="186"/>
                    <a:pt x="204" y="182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204" y="16"/>
                    <a:pt x="201" y="13"/>
                    <a:pt x="197" y="13"/>
                  </a:cubicBezTo>
                  <a:lnTo>
                    <a:pt x="20" y="13"/>
                  </a:lnTo>
                  <a:close/>
                  <a:moveTo>
                    <a:pt x="20" y="13"/>
                  </a:moveTo>
                  <a:cubicBezTo>
                    <a:pt x="20" y="13"/>
                    <a:pt x="20" y="13"/>
                    <a:pt x="20" y="1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67BE2559-12BA-A970-1036-33A59638CD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43325" y="4003675"/>
              <a:ext cx="96838" cy="93662"/>
            </a:xfrm>
            <a:custGeom>
              <a:avLst/>
              <a:gdLst/>
              <a:ahLst/>
              <a:cxnLst>
                <a:cxn ang="0">
                  <a:pos x="58" y="29"/>
                </a:cxn>
                <a:cxn ang="0">
                  <a:pos x="29" y="57"/>
                </a:cxn>
                <a:cxn ang="0">
                  <a:pos x="0" y="29"/>
                </a:cxn>
                <a:cxn ang="0">
                  <a:pos x="29" y="0"/>
                </a:cxn>
                <a:cxn ang="0">
                  <a:pos x="58" y="29"/>
                </a:cxn>
                <a:cxn ang="0">
                  <a:pos x="58" y="29"/>
                </a:cxn>
                <a:cxn ang="0">
                  <a:pos x="58" y="29"/>
                </a:cxn>
              </a:cxnLst>
              <a:rect l="0" t="0" r="r" b="b"/>
              <a:pathLst>
                <a:path w="58" h="57">
                  <a:moveTo>
                    <a:pt x="58" y="29"/>
                  </a:moveTo>
                  <a:cubicBezTo>
                    <a:pt x="58" y="45"/>
                    <a:pt x="45" y="57"/>
                    <a:pt x="29" y="57"/>
                  </a:cubicBezTo>
                  <a:cubicBezTo>
                    <a:pt x="13" y="57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lose/>
                  <a:moveTo>
                    <a:pt x="58" y="29"/>
                  </a:moveTo>
                  <a:cubicBezTo>
                    <a:pt x="58" y="29"/>
                    <a:pt x="58" y="29"/>
                    <a:pt x="58" y="2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B48C2330-88A1-C92D-1D65-B3BB97367A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5700" y="4100513"/>
              <a:ext cx="192088" cy="106362"/>
            </a:xfrm>
            <a:custGeom>
              <a:avLst/>
              <a:gdLst/>
              <a:ahLst/>
              <a:cxnLst>
                <a:cxn ang="0">
                  <a:pos x="25" y="64"/>
                </a:cxn>
                <a:cxn ang="0">
                  <a:pos x="29" y="44"/>
                </a:cxn>
                <a:cxn ang="0">
                  <a:pos x="29" y="64"/>
                </a:cxn>
                <a:cxn ang="0">
                  <a:pos x="58" y="64"/>
                </a:cxn>
                <a:cxn ang="0">
                  <a:pos x="51" y="54"/>
                </a:cxn>
                <a:cxn ang="0">
                  <a:pos x="58" y="8"/>
                </a:cxn>
                <a:cxn ang="0">
                  <a:pos x="58" y="8"/>
                </a:cxn>
                <a:cxn ang="0">
                  <a:pos x="65" y="54"/>
                </a:cxn>
                <a:cxn ang="0">
                  <a:pos x="58" y="64"/>
                </a:cxn>
                <a:cxn ang="0">
                  <a:pos x="87" y="64"/>
                </a:cxn>
                <a:cxn ang="0">
                  <a:pos x="87" y="44"/>
                </a:cxn>
                <a:cxn ang="0">
                  <a:pos x="91" y="64"/>
                </a:cxn>
                <a:cxn ang="0">
                  <a:pos x="114" y="64"/>
                </a:cxn>
                <a:cxn ang="0">
                  <a:pos x="77" y="5"/>
                </a:cxn>
                <a:cxn ang="0">
                  <a:pos x="76" y="5"/>
                </a:cxn>
                <a:cxn ang="0">
                  <a:pos x="65" y="0"/>
                </a:cxn>
                <a:cxn ang="0">
                  <a:pos x="58" y="7"/>
                </a:cxn>
                <a:cxn ang="0">
                  <a:pos x="51" y="0"/>
                </a:cxn>
                <a:cxn ang="0">
                  <a:pos x="51" y="0"/>
                </a:cxn>
                <a:cxn ang="0">
                  <a:pos x="40" y="5"/>
                </a:cxn>
                <a:cxn ang="0">
                  <a:pos x="39" y="5"/>
                </a:cxn>
                <a:cxn ang="0">
                  <a:pos x="2" y="64"/>
                </a:cxn>
                <a:cxn ang="0">
                  <a:pos x="25" y="64"/>
                </a:cxn>
                <a:cxn ang="0">
                  <a:pos x="25" y="64"/>
                </a:cxn>
                <a:cxn ang="0">
                  <a:pos x="25" y="64"/>
                </a:cxn>
              </a:cxnLst>
              <a:rect l="0" t="0" r="r" b="b"/>
              <a:pathLst>
                <a:path w="116" h="64">
                  <a:moveTo>
                    <a:pt x="25" y="64"/>
                  </a:moveTo>
                  <a:cubicBezTo>
                    <a:pt x="24" y="56"/>
                    <a:pt x="26" y="49"/>
                    <a:pt x="29" y="4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87" y="64"/>
                    <a:pt x="87" y="64"/>
                    <a:pt x="87" y="64"/>
                  </a:cubicBezTo>
                  <a:cubicBezTo>
                    <a:pt x="87" y="44"/>
                    <a:pt x="87" y="44"/>
                    <a:pt x="87" y="44"/>
                  </a:cubicBezTo>
                  <a:cubicBezTo>
                    <a:pt x="90" y="49"/>
                    <a:pt x="92" y="56"/>
                    <a:pt x="91" y="64"/>
                  </a:cubicBezTo>
                  <a:cubicBezTo>
                    <a:pt x="114" y="64"/>
                    <a:pt x="114" y="64"/>
                    <a:pt x="114" y="64"/>
                  </a:cubicBezTo>
                  <a:cubicBezTo>
                    <a:pt x="116" y="29"/>
                    <a:pt x="88" y="12"/>
                    <a:pt x="77" y="5"/>
                  </a:cubicBezTo>
                  <a:cubicBezTo>
                    <a:pt x="77" y="5"/>
                    <a:pt x="76" y="5"/>
                    <a:pt x="76" y="5"/>
                  </a:cubicBezTo>
                  <a:cubicBezTo>
                    <a:pt x="72" y="2"/>
                    <a:pt x="69" y="1"/>
                    <a:pt x="65" y="0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7" y="1"/>
                    <a:pt x="44" y="2"/>
                    <a:pt x="40" y="5"/>
                  </a:cubicBezTo>
                  <a:cubicBezTo>
                    <a:pt x="40" y="5"/>
                    <a:pt x="39" y="5"/>
                    <a:pt x="39" y="5"/>
                  </a:cubicBezTo>
                  <a:cubicBezTo>
                    <a:pt x="28" y="12"/>
                    <a:pt x="0" y="29"/>
                    <a:pt x="2" y="64"/>
                  </a:cubicBezTo>
                  <a:lnTo>
                    <a:pt x="25" y="64"/>
                  </a:lnTo>
                  <a:close/>
                  <a:moveTo>
                    <a:pt x="25" y="64"/>
                  </a:moveTo>
                  <a:cubicBezTo>
                    <a:pt x="25" y="64"/>
                    <a:pt x="25" y="64"/>
                    <a:pt x="25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2B8D6DE3-0FB8-4237-EEE8-6948BCF969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4003675"/>
              <a:ext cx="93663" cy="93662"/>
            </a:xfrm>
            <a:custGeom>
              <a:avLst/>
              <a:gdLst/>
              <a:ahLst/>
              <a:cxnLst>
                <a:cxn ang="0">
                  <a:pos x="57" y="29"/>
                </a:cxn>
                <a:cxn ang="0">
                  <a:pos x="28" y="57"/>
                </a:cxn>
                <a:cxn ang="0">
                  <a:pos x="0" y="29"/>
                </a:cxn>
                <a:cxn ang="0">
                  <a:pos x="28" y="0"/>
                </a:cxn>
                <a:cxn ang="0">
                  <a:pos x="57" y="29"/>
                </a:cxn>
                <a:cxn ang="0">
                  <a:pos x="57" y="29"/>
                </a:cxn>
                <a:cxn ang="0">
                  <a:pos x="57" y="29"/>
                </a:cxn>
              </a:cxnLst>
              <a:rect l="0" t="0" r="r" b="b"/>
              <a:pathLst>
                <a:path w="57" h="57">
                  <a:moveTo>
                    <a:pt x="57" y="29"/>
                  </a:moveTo>
                  <a:cubicBezTo>
                    <a:pt x="57" y="45"/>
                    <a:pt x="44" y="57"/>
                    <a:pt x="28" y="57"/>
                  </a:cubicBezTo>
                  <a:cubicBezTo>
                    <a:pt x="13" y="57"/>
                    <a:pt x="0" y="45"/>
                    <a:pt x="0" y="29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lose/>
                  <a:moveTo>
                    <a:pt x="57" y="29"/>
                  </a:moveTo>
                  <a:cubicBezTo>
                    <a:pt x="57" y="29"/>
                    <a:pt x="57" y="29"/>
                    <a:pt x="57" y="2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26E755D2-AEB3-5E55-8CBD-CD38DF683A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9850" y="4100513"/>
              <a:ext cx="192088" cy="106362"/>
            </a:xfrm>
            <a:custGeom>
              <a:avLst/>
              <a:gdLst/>
              <a:ahLst/>
              <a:cxnLst>
                <a:cxn ang="0">
                  <a:pos x="25" y="64"/>
                </a:cxn>
                <a:cxn ang="0">
                  <a:pos x="29" y="44"/>
                </a:cxn>
                <a:cxn ang="0">
                  <a:pos x="29" y="64"/>
                </a:cxn>
                <a:cxn ang="0">
                  <a:pos x="58" y="64"/>
                </a:cxn>
                <a:cxn ang="0">
                  <a:pos x="51" y="54"/>
                </a:cxn>
                <a:cxn ang="0">
                  <a:pos x="58" y="8"/>
                </a:cxn>
                <a:cxn ang="0">
                  <a:pos x="58" y="8"/>
                </a:cxn>
                <a:cxn ang="0">
                  <a:pos x="65" y="54"/>
                </a:cxn>
                <a:cxn ang="0">
                  <a:pos x="59" y="64"/>
                </a:cxn>
                <a:cxn ang="0">
                  <a:pos x="88" y="64"/>
                </a:cxn>
                <a:cxn ang="0">
                  <a:pos x="88" y="44"/>
                </a:cxn>
                <a:cxn ang="0">
                  <a:pos x="92" y="64"/>
                </a:cxn>
                <a:cxn ang="0">
                  <a:pos x="114" y="64"/>
                </a:cxn>
                <a:cxn ang="0">
                  <a:pos x="77" y="5"/>
                </a:cxn>
                <a:cxn ang="0">
                  <a:pos x="76" y="5"/>
                </a:cxn>
                <a:cxn ang="0">
                  <a:pos x="66" y="0"/>
                </a:cxn>
                <a:cxn ang="0">
                  <a:pos x="58" y="7"/>
                </a:cxn>
                <a:cxn ang="0">
                  <a:pos x="52" y="0"/>
                </a:cxn>
                <a:cxn ang="0">
                  <a:pos x="51" y="0"/>
                </a:cxn>
                <a:cxn ang="0">
                  <a:pos x="41" y="5"/>
                </a:cxn>
                <a:cxn ang="0">
                  <a:pos x="39" y="5"/>
                </a:cxn>
                <a:cxn ang="0">
                  <a:pos x="3" y="64"/>
                </a:cxn>
                <a:cxn ang="0">
                  <a:pos x="25" y="64"/>
                </a:cxn>
                <a:cxn ang="0">
                  <a:pos x="25" y="64"/>
                </a:cxn>
                <a:cxn ang="0">
                  <a:pos x="25" y="64"/>
                </a:cxn>
              </a:cxnLst>
              <a:rect l="0" t="0" r="r" b="b"/>
              <a:pathLst>
                <a:path w="116" h="64">
                  <a:moveTo>
                    <a:pt x="25" y="64"/>
                  </a:moveTo>
                  <a:cubicBezTo>
                    <a:pt x="24" y="56"/>
                    <a:pt x="26" y="49"/>
                    <a:pt x="29" y="4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58" y="8"/>
                    <a:pt x="58" y="8"/>
                    <a:pt x="58" y="8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59" y="64"/>
                    <a:pt x="59" y="64"/>
                    <a:pt x="59" y="64"/>
                  </a:cubicBezTo>
                  <a:cubicBezTo>
                    <a:pt x="88" y="64"/>
                    <a:pt x="88" y="64"/>
                    <a:pt x="88" y="6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91" y="49"/>
                    <a:pt x="92" y="56"/>
                    <a:pt x="92" y="64"/>
                  </a:cubicBezTo>
                  <a:cubicBezTo>
                    <a:pt x="114" y="64"/>
                    <a:pt x="114" y="64"/>
                    <a:pt x="114" y="64"/>
                  </a:cubicBezTo>
                  <a:cubicBezTo>
                    <a:pt x="116" y="29"/>
                    <a:pt x="88" y="12"/>
                    <a:pt x="77" y="5"/>
                  </a:cubicBezTo>
                  <a:cubicBezTo>
                    <a:pt x="77" y="5"/>
                    <a:pt x="76" y="5"/>
                    <a:pt x="76" y="5"/>
                  </a:cubicBezTo>
                  <a:cubicBezTo>
                    <a:pt x="73" y="2"/>
                    <a:pt x="69" y="1"/>
                    <a:pt x="66" y="0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8" y="1"/>
                    <a:pt x="44" y="2"/>
                    <a:pt x="41" y="5"/>
                  </a:cubicBezTo>
                  <a:cubicBezTo>
                    <a:pt x="40" y="5"/>
                    <a:pt x="40" y="5"/>
                    <a:pt x="39" y="5"/>
                  </a:cubicBezTo>
                  <a:cubicBezTo>
                    <a:pt x="28" y="12"/>
                    <a:pt x="0" y="29"/>
                    <a:pt x="3" y="64"/>
                  </a:cubicBezTo>
                  <a:lnTo>
                    <a:pt x="25" y="64"/>
                  </a:lnTo>
                  <a:close/>
                  <a:moveTo>
                    <a:pt x="25" y="64"/>
                  </a:moveTo>
                  <a:cubicBezTo>
                    <a:pt x="25" y="64"/>
                    <a:pt x="25" y="64"/>
                    <a:pt x="25" y="64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BEDD741B-62A2-FD68-6E9E-E73942BF3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413" y="4222750"/>
              <a:ext cx="542925" cy="6667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72FA3680-C6E6-91C5-0303-8DB9285732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95713" y="3709988"/>
              <a:ext cx="177800" cy="179387"/>
            </a:xfrm>
            <a:custGeom>
              <a:avLst/>
              <a:gdLst/>
              <a:ahLst/>
              <a:cxnLst>
                <a:cxn ang="0">
                  <a:pos x="103" y="61"/>
                </a:cxn>
                <a:cxn ang="0">
                  <a:pos x="97" y="59"/>
                </a:cxn>
                <a:cxn ang="0">
                  <a:pos x="97" y="46"/>
                </a:cxn>
                <a:cxn ang="0">
                  <a:pos x="102" y="44"/>
                </a:cxn>
                <a:cxn ang="0">
                  <a:pos x="105" y="35"/>
                </a:cxn>
                <a:cxn ang="0">
                  <a:pos x="102" y="28"/>
                </a:cxn>
                <a:cxn ang="0">
                  <a:pos x="93" y="24"/>
                </a:cxn>
                <a:cxn ang="0">
                  <a:pos x="88" y="27"/>
                </a:cxn>
                <a:cxn ang="0">
                  <a:pos x="78" y="18"/>
                </a:cxn>
                <a:cxn ang="0">
                  <a:pos x="81" y="13"/>
                </a:cxn>
                <a:cxn ang="0">
                  <a:pos x="76" y="4"/>
                </a:cxn>
                <a:cxn ang="0">
                  <a:pos x="69" y="1"/>
                </a:cxn>
                <a:cxn ang="0">
                  <a:pos x="60" y="5"/>
                </a:cxn>
                <a:cxn ang="0">
                  <a:pos x="58" y="11"/>
                </a:cxn>
                <a:cxn ang="0">
                  <a:pos x="46" y="11"/>
                </a:cxn>
                <a:cxn ang="0">
                  <a:pos x="43" y="6"/>
                </a:cxn>
                <a:cxn ang="0">
                  <a:pos x="34" y="3"/>
                </a:cxn>
                <a:cxn ang="0">
                  <a:pos x="27" y="6"/>
                </a:cxn>
                <a:cxn ang="0">
                  <a:pos x="24" y="15"/>
                </a:cxn>
                <a:cxn ang="0">
                  <a:pos x="26" y="20"/>
                </a:cxn>
                <a:cxn ang="0">
                  <a:pos x="18" y="30"/>
                </a:cxn>
                <a:cxn ang="0">
                  <a:pos x="12" y="28"/>
                </a:cxn>
                <a:cxn ang="0">
                  <a:pos x="3" y="32"/>
                </a:cxn>
                <a:cxn ang="0">
                  <a:pos x="1" y="39"/>
                </a:cxn>
                <a:cxn ang="0">
                  <a:pos x="1" y="44"/>
                </a:cxn>
                <a:cxn ang="0">
                  <a:pos x="5" y="48"/>
                </a:cxn>
                <a:cxn ang="0">
                  <a:pos x="10" y="50"/>
                </a:cxn>
                <a:cxn ang="0">
                  <a:pos x="11" y="62"/>
                </a:cxn>
                <a:cxn ang="0">
                  <a:pos x="5" y="65"/>
                </a:cxn>
                <a:cxn ang="0">
                  <a:pos x="2" y="74"/>
                </a:cxn>
                <a:cxn ang="0">
                  <a:pos x="5" y="81"/>
                </a:cxn>
                <a:cxn ang="0">
                  <a:pos x="14" y="84"/>
                </a:cxn>
                <a:cxn ang="0">
                  <a:pos x="20" y="82"/>
                </a:cxn>
                <a:cxn ang="0">
                  <a:pos x="29" y="90"/>
                </a:cxn>
                <a:cxn ang="0">
                  <a:pos x="27" y="96"/>
                </a:cxn>
                <a:cxn ang="0">
                  <a:pos x="27" y="101"/>
                </a:cxn>
                <a:cxn ang="0">
                  <a:pos x="31" y="105"/>
                </a:cxn>
                <a:cxn ang="0">
                  <a:pos x="38" y="107"/>
                </a:cxn>
                <a:cxn ang="0">
                  <a:pos x="43" y="107"/>
                </a:cxn>
                <a:cxn ang="0">
                  <a:pos x="47" y="103"/>
                </a:cxn>
                <a:cxn ang="0">
                  <a:pos x="49" y="98"/>
                </a:cxn>
                <a:cxn ang="0">
                  <a:pos x="62" y="97"/>
                </a:cxn>
                <a:cxn ang="0">
                  <a:pos x="64" y="103"/>
                </a:cxn>
                <a:cxn ang="0">
                  <a:pos x="73" y="106"/>
                </a:cxn>
                <a:cxn ang="0">
                  <a:pos x="80" y="103"/>
                </a:cxn>
                <a:cxn ang="0">
                  <a:pos x="84" y="94"/>
                </a:cxn>
                <a:cxn ang="0">
                  <a:pos x="81" y="88"/>
                </a:cxn>
                <a:cxn ang="0">
                  <a:pos x="90" y="79"/>
                </a:cxn>
                <a:cxn ang="0">
                  <a:pos x="95" y="81"/>
                </a:cxn>
                <a:cxn ang="0">
                  <a:pos x="101" y="81"/>
                </a:cxn>
                <a:cxn ang="0">
                  <a:pos x="104" y="77"/>
                </a:cxn>
                <a:cxn ang="0">
                  <a:pos x="107" y="70"/>
                </a:cxn>
                <a:cxn ang="0">
                  <a:pos x="103" y="61"/>
                </a:cxn>
                <a:cxn ang="0">
                  <a:pos x="65" y="79"/>
                </a:cxn>
                <a:cxn ang="0">
                  <a:pos x="54" y="81"/>
                </a:cxn>
                <a:cxn ang="0">
                  <a:pos x="29" y="66"/>
                </a:cxn>
                <a:cxn ang="0">
                  <a:pos x="42" y="30"/>
                </a:cxn>
                <a:cxn ang="0">
                  <a:pos x="54" y="27"/>
                </a:cxn>
                <a:cxn ang="0">
                  <a:pos x="78" y="43"/>
                </a:cxn>
                <a:cxn ang="0">
                  <a:pos x="65" y="79"/>
                </a:cxn>
                <a:cxn ang="0">
                  <a:pos x="65" y="79"/>
                </a:cxn>
                <a:cxn ang="0">
                  <a:pos x="65" y="79"/>
                </a:cxn>
              </a:cxnLst>
              <a:rect l="0" t="0" r="r" b="b"/>
              <a:pathLst>
                <a:path w="108" h="108">
                  <a:moveTo>
                    <a:pt x="103" y="61"/>
                  </a:moveTo>
                  <a:cubicBezTo>
                    <a:pt x="97" y="59"/>
                    <a:pt x="97" y="59"/>
                    <a:pt x="97" y="59"/>
                  </a:cubicBezTo>
                  <a:cubicBezTo>
                    <a:pt x="98" y="55"/>
                    <a:pt x="97" y="51"/>
                    <a:pt x="97" y="46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6" y="42"/>
                    <a:pt x="107" y="38"/>
                    <a:pt x="105" y="35"/>
                  </a:cubicBezTo>
                  <a:cubicBezTo>
                    <a:pt x="102" y="28"/>
                    <a:pt x="102" y="28"/>
                    <a:pt x="102" y="28"/>
                  </a:cubicBezTo>
                  <a:cubicBezTo>
                    <a:pt x="101" y="24"/>
                    <a:pt x="97" y="23"/>
                    <a:pt x="93" y="24"/>
                  </a:cubicBezTo>
                  <a:cubicBezTo>
                    <a:pt x="88" y="27"/>
                    <a:pt x="88" y="27"/>
                    <a:pt x="88" y="27"/>
                  </a:cubicBezTo>
                  <a:cubicBezTo>
                    <a:pt x="85" y="24"/>
                    <a:pt x="82" y="21"/>
                    <a:pt x="78" y="18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2" y="9"/>
                    <a:pt x="80" y="5"/>
                    <a:pt x="76" y="4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66" y="0"/>
                    <a:pt x="62" y="2"/>
                    <a:pt x="60" y="5"/>
                  </a:cubicBezTo>
                  <a:cubicBezTo>
                    <a:pt x="58" y="11"/>
                    <a:pt x="58" y="11"/>
                    <a:pt x="58" y="11"/>
                  </a:cubicBezTo>
                  <a:cubicBezTo>
                    <a:pt x="54" y="10"/>
                    <a:pt x="50" y="11"/>
                    <a:pt x="46" y="11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2" y="2"/>
                    <a:pt x="38" y="1"/>
                    <a:pt x="34" y="3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4" y="7"/>
                    <a:pt x="22" y="11"/>
                    <a:pt x="24" y="15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3" y="23"/>
                    <a:pt x="20" y="26"/>
                    <a:pt x="18" y="30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9" y="26"/>
                    <a:pt x="4" y="28"/>
                    <a:pt x="3" y="32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0" y="41"/>
                    <a:pt x="0" y="42"/>
                    <a:pt x="1" y="44"/>
                  </a:cubicBezTo>
                  <a:cubicBezTo>
                    <a:pt x="2" y="46"/>
                    <a:pt x="3" y="47"/>
                    <a:pt x="5" y="48"/>
                  </a:cubicBezTo>
                  <a:cubicBezTo>
                    <a:pt x="10" y="50"/>
                    <a:pt x="10" y="50"/>
                    <a:pt x="10" y="50"/>
                  </a:cubicBezTo>
                  <a:cubicBezTo>
                    <a:pt x="10" y="54"/>
                    <a:pt x="10" y="58"/>
                    <a:pt x="11" y="62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2" y="66"/>
                    <a:pt x="0" y="71"/>
                    <a:pt x="2" y="74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7" y="84"/>
                    <a:pt x="11" y="86"/>
                    <a:pt x="14" y="84"/>
                  </a:cubicBezTo>
                  <a:cubicBezTo>
                    <a:pt x="20" y="82"/>
                    <a:pt x="20" y="82"/>
                    <a:pt x="20" y="82"/>
                  </a:cubicBezTo>
                  <a:cubicBezTo>
                    <a:pt x="22" y="85"/>
                    <a:pt x="26" y="88"/>
                    <a:pt x="29" y="90"/>
                  </a:cubicBezTo>
                  <a:cubicBezTo>
                    <a:pt x="27" y="96"/>
                    <a:pt x="27" y="96"/>
                    <a:pt x="27" y="96"/>
                  </a:cubicBezTo>
                  <a:cubicBezTo>
                    <a:pt x="26" y="98"/>
                    <a:pt x="26" y="100"/>
                    <a:pt x="27" y="101"/>
                  </a:cubicBezTo>
                  <a:cubicBezTo>
                    <a:pt x="28" y="103"/>
                    <a:pt x="29" y="104"/>
                    <a:pt x="31" y="105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40" y="108"/>
                    <a:pt x="42" y="108"/>
                    <a:pt x="43" y="107"/>
                  </a:cubicBezTo>
                  <a:cubicBezTo>
                    <a:pt x="45" y="107"/>
                    <a:pt x="46" y="105"/>
                    <a:pt x="47" y="103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53" y="98"/>
                    <a:pt x="57" y="98"/>
                    <a:pt x="62" y="97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6" y="106"/>
                    <a:pt x="70" y="108"/>
                    <a:pt x="73" y="106"/>
                  </a:cubicBezTo>
                  <a:cubicBezTo>
                    <a:pt x="80" y="103"/>
                    <a:pt x="80" y="103"/>
                    <a:pt x="80" y="103"/>
                  </a:cubicBezTo>
                  <a:cubicBezTo>
                    <a:pt x="84" y="101"/>
                    <a:pt x="85" y="97"/>
                    <a:pt x="84" y="94"/>
                  </a:cubicBezTo>
                  <a:cubicBezTo>
                    <a:pt x="81" y="88"/>
                    <a:pt x="81" y="88"/>
                    <a:pt x="81" y="88"/>
                  </a:cubicBezTo>
                  <a:cubicBezTo>
                    <a:pt x="84" y="86"/>
                    <a:pt x="87" y="82"/>
                    <a:pt x="90" y="79"/>
                  </a:cubicBezTo>
                  <a:cubicBezTo>
                    <a:pt x="95" y="81"/>
                    <a:pt x="95" y="81"/>
                    <a:pt x="95" y="81"/>
                  </a:cubicBezTo>
                  <a:cubicBezTo>
                    <a:pt x="97" y="82"/>
                    <a:pt x="99" y="82"/>
                    <a:pt x="101" y="81"/>
                  </a:cubicBezTo>
                  <a:cubicBezTo>
                    <a:pt x="102" y="80"/>
                    <a:pt x="104" y="79"/>
                    <a:pt x="104" y="77"/>
                  </a:cubicBezTo>
                  <a:cubicBezTo>
                    <a:pt x="107" y="70"/>
                    <a:pt x="107" y="70"/>
                    <a:pt x="107" y="70"/>
                  </a:cubicBezTo>
                  <a:cubicBezTo>
                    <a:pt x="108" y="66"/>
                    <a:pt x="106" y="62"/>
                    <a:pt x="103" y="61"/>
                  </a:cubicBezTo>
                  <a:close/>
                  <a:moveTo>
                    <a:pt x="65" y="79"/>
                  </a:moveTo>
                  <a:cubicBezTo>
                    <a:pt x="61" y="81"/>
                    <a:pt x="58" y="81"/>
                    <a:pt x="54" y="81"/>
                  </a:cubicBezTo>
                  <a:cubicBezTo>
                    <a:pt x="43" y="81"/>
                    <a:pt x="33" y="75"/>
                    <a:pt x="29" y="66"/>
                  </a:cubicBezTo>
                  <a:cubicBezTo>
                    <a:pt x="23" y="52"/>
                    <a:pt x="29" y="36"/>
                    <a:pt x="42" y="30"/>
                  </a:cubicBezTo>
                  <a:cubicBezTo>
                    <a:pt x="46" y="28"/>
                    <a:pt x="50" y="27"/>
                    <a:pt x="54" y="27"/>
                  </a:cubicBezTo>
                  <a:cubicBezTo>
                    <a:pt x="64" y="27"/>
                    <a:pt x="74" y="33"/>
                    <a:pt x="78" y="43"/>
                  </a:cubicBezTo>
                  <a:cubicBezTo>
                    <a:pt x="85" y="57"/>
                    <a:pt x="79" y="73"/>
                    <a:pt x="65" y="79"/>
                  </a:cubicBezTo>
                  <a:close/>
                  <a:moveTo>
                    <a:pt x="65" y="79"/>
                  </a:moveTo>
                  <a:cubicBezTo>
                    <a:pt x="65" y="79"/>
                    <a:pt x="65" y="79"/>
                    <a:pt x="65" y="7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4A367D9-59DF-8EAE-6BC4-A9D49855587F}"/>
              </a:ext>
            </a:extLst>
          </p:cNvPr>
          <p:cNvSpPr txBox="1"/>
          <p:nvPr/>
        </p:nvSpPr>
        <p:spPr>
          <a:xfrm>
            <a:off x="2623878" y="8086332"/>
            <a:ext cx="11300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90000"/>
                  </a:schemeClr>
                </a:solidFill>
              </a:rPr>
              <a:t>Designed for both technical and non-technical users to simplify and democratize data access.</a:t>
            </a:r>
            <a:endParaRPr lang="en-IN" i="1" dirty="0">
              <a:solidFill>
                <a:schemeClr val="bg2">
                  <a:lumMod val="90000"/>
                </a:schemeClr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F1AA66E-063C-B824-CCB9-37CD14F1265B}"/>
              </a:ext>
            </a:extLst>
          </p:cNvPr>
          <p:cNvGrpSpPr/>
          <p:nvPr/>
        </p:nvGrpSpPr>
        <p:grpSpPr>
          <a:xfrm>
            <a:off x="5252731" y="2140565"/>
            <a:ext cx="9303271" cy="4862870"/>
            <a:chOff x="4043644" y="1821992"/>
            <a:chExt cx="9303271" cy="486287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209A670-8710-D662-6126-8932757BB18F}"/>
                </a:ext>
              </a:extLst>
            </p:cNvPr>
            <p:cNvSpPr txBox="1"/>
            <p:nvPr/>
          </p:nvSpPr>
          <p:spPr>
            <a:xfrm>
              <a:off x="4260789" y="1821992"/>
              <a:ext cx="9086126" cy="48628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</a:schemeClr>
                  </a:solidFill>
                </a:rPr>
                <a:t>Product Managers (PMs)</a:t>
              </a:r>
            </a:p>
            <a:p>
              <a:pPr lvl="1"/>
              <a:r>
                <a:rPr lang="en-US" sz="1600" dirty="0"/>
                <a:t>Need </a:t>
              </a:r>
              <a:r>
                <a:rPr lang="en-US" sz="1600" dirty="0">
                  <a:solidFill>
                    <a:schemeClr val="tx1">
                      <a:lumMod val="75000"/>
                    </a:schemeClr>
                  </a:solidFill>
                </a:rPr>
                <a:t>quick</a:t>
              </a:r>
              <a:r>
                <a:rPr lang="en-US" sz="1600" dirty="0"/>
                <a:t> access to data for decision-making</a:t>
              </a:r>
            </a:p>
            <a:p>
              <a:pPr lvl="1"/>
              <a:r>
                <a:rPr lang="en-US" sz="1600" dirty="0"/>
                <a:t>Can generate insights without relying on technical teams</a:t>
              </a:r>
            </a:p>
            <a:p>
              <a:r>
                <a:rPr lang="en-US" b="1" dirty="0">
                  <a:solidFill>
                    <a:schemeClr val="tx1">
                      <a:lumMod val="75000"/>
                    </a:schemeClr>
                  </a:solidFill>
                </a:rPr>
                <a:t>Product Owners (POs)</a:t>
              </a:r>
            </a:p>
            <a:p>
              <a:pPr lvl="1"/>
              <a:r>
                <a:rPr lang="en-US" sz="1600" dirty="0"/>
                <a:t>Validate product features using real-time data</a:t>
              </a:r>
            </a:p>
            <a:p>
              <a:pPr lvl="1"/>
              <a:r>
                <a:rPr lang="en-US" sz="1600" dirty="0"/>
                <a:t>Easily query databases to monitor KPIs</a:t>
              </a:r>
            </a:p>
            <a:p>
              <a:r>
                <a:rPr lang="en-US" b="1" dirty="0">
                  <a:solidFill>
                    <a:schemeClr val="tx1">
                      <a:lumMod val="75000"/>
                    </a:schemeClr>
                  </a:solidFill>
                </a:rPr>
                <a:t>Business Analysts (BAs)</a:t>
              </a:r>
            </a:p>
            <a:p>
              <a:pPr lvl="1"/>
              <a:r>
                <a:rPr lang="en-US" sz="1600" dirty="0"/>
                <a:t>Perform data analysis without deep SQL expertise</a:t>
              </a:r>
            </a:p>
            <a:p>
              <a:pPr lvl="1"/>
              <a:r>
                <a:rPr lang="en-US" sz="1600" dirty="0"/>
                <a:t>Speed up reporting and insights generation</a:t>
              </a:r>
            </a:p>
            <a:p>
              <a:r>
                <a:rPr lang="en-US" b="1" dirty="0">
                  <a:solidFill>
                    <a:schemeClr val="tx1">
                      <a:lumMod val="75000"/>
                    </a:schemeClr>
                  </a:solidFill>
                </a:rPr>
                <a:t>New </a:t>
              </a:r>
              <a:r>
                <a:rPr lang="en-US" b="1" dirty="0" err="1">
                  <a:solidFill>
                    <a:schemeClr val="tx1">
                      <a:lumMod val="75000"/>
                    </a:schemeClr>
                  </a:solidFill>
                </a:rPr>
                <a:t>Joinee</a:t>
              </a:r>
              <a:r>
                <a:rPr lang="en-US" b="1" dirty="0">
                  <a:solidFill>
                    <a:schemeClr val="tx1">
                      <a:lumMod val="75000"/>
                    </a:schemeClr>
                  </a:solidFill>
                </a:rPr>
                <a:t> / Freshers</a:t>
              </a:r>
            </a:p>
            <a:p>
              <a:pPr lvl="1"/>
              <a:r>
                <a:rPr lang="en-US" sz="1600" dirty="0"/>
                <a:t>Reduce onboarding time for understanding databases</a:t>
              </a:r>
            </a:p>
            <a:p>
              <a:pPr lvl="1"/>
              <a:r>
                <a:rPr lang="en-US" sz="1600" dirty="0"/>
                <a:t>Interact with data using natural language instead of SQL</a:t>
              </a:r>
            </a:p>
            <a:p>
              <a:r>
                <a:rPr lang="en-US" b="1" dirty="0">
                  <a:solidFill>
                    <a:schemeClr val="tx1">
                      <a:lumMod val="75000"/>
                    </a:schemeClr>
                  </a:solidFill>
                </a:rPr>
                <a:t>Non-Technical Stakeholders</a:t>
              </a:r>
            </a:p>
            <a:p>
              <a:pPr lvl="1"/>
              <a:r>
                <a:rPr lang="en-US" sz="1600" dirty="0"/>
                <a:t>Leadership, operations, or sales teams</a:t>
              </a:r>
            </a:p>
            <a:p>
              <a:pPr lvl="1"/>
              <a:r>
                <a:rPr lang="en-US" sz="1600" dirty="0"/>
                <a:t>Access data without technical barriers</a:t>
              </a:r>
            </a:p>
            <a:p>
              <a:r>
                <a:rPr lang="en-US" b="1" dirty="0">
                  <a:solidFill>
                    <a:schemeClr val="tx1">
                      <a:lumMod val="75000"/>
                    </a:schemeClr>
                  </a:solidFill>
                </a:rPr>
                <a:t>Developers / Data Engineers</a:t>
              </a:r>
            </a:p>
            <a:p>
              <a:pPr lvl="1"/>
              <a:r>
                <a:rPr lang="en-US" sz="1600" dirty="0"/>
                <a:t>Save time on writing repetitive queries</a:t>
              </a:r>
            </a:p>
            <a:p>
              <a:pPr lvl="1"/>
              <a:r>
                <a:rPr lang="en-US" sz="1600" dirty="0"/>
                <a:t>Focus on higher-value tasks</a:t>
              </a:r>
              <a:endParaRPr lang="en-IN" sz="1600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12828DE-CF63-0C3A-4643-892DF85CCA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43644" y="1913919"/>
              <a:ext cx="200183" cy="194452"/>
            </a:xfrm>
            <a:prstGeom prst="ellipse">
              <a:avLst/>
            </a:prstGeom>
            <a:solidFill>
              <a:schemeClr val="tx2">
                <a:alpha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62626">
                    <a:lumMod val="50000"/>
                    <a:lumOff val="50000"/>
                  </a:srgbClr>
                </a:solidFill>
                <a:effectLst/>
                <a:uLnTx/>
                <a:uFillTx/>
                <a:latin typeface="Roboto Condensed"/>
                <a:ea typeface="+mn-ea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0740E44-0DF3-1B6C-DE31-211C3C6DB4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43644" y="2645057"/>
              <a:ext cx="200183" cy="194452"/>
            </a:xfrm>
            <a:prstGeom prst="ellipse">
              <a:avLst/>
            </a:prstGeom>
            <a:solidFill>
              <a:schemeClr val="tx2">
                <a:alpha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031626"/>
              <a:endParaRPr lang="en-US" kern="0" dirty="0">
                <a:solidFill>
                  <a:srgbClr val="262626">
                    <a:lumMod val="50000"/>
                    <a:lumOff val="50000"/>
                  </a:srgbClr>
                </a:solidFill>
                <a:latin typeface="Roboto Condensed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FD45217-4DC1-9BC2-B69F-99FCFE638B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43644" y="3397409"/>
              <a:ext cx="200183" cy="194452"/>
            </a:xfrm>
            <a:prstGeom prst="ellipse">
              <a:avLst/>
            </a:prstGeom>
            <a:solidFill>
              <a:schemeClr val="tx2">
                <a:alpha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031626"/>
              <a:endParaRPr lang="en-US" kern="0" dirty="0">
                <a:solidFill>
                  <a:srgbClr val="262626">
                    <a:lumMod val="50000"/>
                    <a:lumOff val="50000"/>
                  </a:srgbClr>
                </a:solidFill>
                <a:latin typeface="Roboto Condensed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7169030-583C-1AA4-6806-2413BA6AFA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43644" y="4172911"/>
              <a:ext cx="200183" cy="194452"/>
            </a:xfrm>
            <a:prstGeom prst="ellipse">
              <a:avLst/>
            </a:prstGeom>
            <a:solidFill>
              <a:schemeClr val="tx2">
                <a:alpha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031626"/>
              <a:endParaRPr lang="en-US" kern="0" dirty="0">
                <a:solidFill>
                  <a:srgbClr val="262626">
                    <a:lumMod val="50000"/>
                    <a:lumOff val="50000"/>
                  </a:srgbClr>
                </a:solidFill>
                <a:latin typeface="Roboto Condensed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DA90DB6-BBF2-3155-28F5-8CFCE1A89F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43644" y="4936841"/>
              <a:ext cx="200183" cy="194452"/>
            </a:xfrm>
            <a:prstGeom prst="ellipse">
              <a:avLst/>
            </a:prstGeom>
            <a:solidFill>
              <a:schemeClr val="tx2">
                <a:alpha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031626"/>
              <a:endParaRPr lang="en-US" kern="0" dirty="0">
                <a:solidFill>
                  <a:srgbClr val="262626">
                    <a:lumMod val="50000"/>
                    <a:lumOff val="50000"/>
                  </a:srgbClr>
                </a:solidFill>
                <a:latin typeface="Roboto Condensed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73D9169-31A3-7121-28F9-ED5221967B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43644" y="5712347"/>
              <a:ext cx="200183" cy="194452"/>
            </a:xfrm>
            <a:prstGeom prst="ellipse">
              <a:avLst/>
            </a:prstGeom>
            <a:solidFill>
              <a:schemeClr val="tx2">
                <a:alpha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031626"/>
              <a:endParaRPr lang="en-US" kern="0" dirty="0">
                <a:solidFill>
                  <a:srgbClr val="262626">
                    <a:lumMod val="50000"/>
                    <a:lumOff val="50000"/>
                  </a:srgbClr>
                </a:solidFill>
                <a:latin typeface="Roboto Condense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992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09EFB-638D-E315-8B48-54E0ABC4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F6358-6F41-A117-15DC-8C554319E8D0}"/>
              </a:ext>
            </a:extLst>
          </p:cNvPr>
          <p:cNvGrpSpPr/>
          <p:nvPr/>
        </p:nvGrpSpPr>
        <p:grpSpPr>
          <a:xfrm>
            <a:off x="588962" y="269690"/>
            <a:ext cx="14875895" cy="495529"/>
            <a:chOff x="588962" y="269690"/>
            <a:chExt cx="14875895" cy="495529"/>
          </a:xfrm>
        </p:grpSpPr>
        <p:sp>
          <p:nvSpPr>
            <p:cNvPr id="7" name="Circle">
              <a:extLst>
                <a:ext uri="{FF2B5EF4-FFF2-40B4-BE49-F238E27FC236}">
                  <a16:creationId xmlns:a16="http://schemas.microsoft.com/office/drawing/2014/main" id="{3280EE1B-BCA4-9449-5130-CF5081CF33EC}"/>
                </a:ext>
              </a:extLst>
            </p:cNvPr>
            <p:cNvSpPr/>
            <p:nvPr/>
          </p:nvSpPr>
          <p:spPr>
            <a:xfrm>
              <a:off x="588962" y="269690"/>
              <a:ext cx="2975179" cy="495529"/>
            </a:xfrm>
            <a:prstGeom prst="snip1Rect">
              <a:avLst/>
            </a:prstGeom>
            <a:solidFill>
              <a:srgbClr val="082340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Problem Statement</a:t>
              </a:r>
            </a:p>
          </p:txBody>
        </p:sp>
        <p:sp>
          <p:nvSpPr>
            <p:cNvPr id="8" name="Circle">
              <a:extLst>
                <a:ext uri="{FF2B5EF4-FFF2-40B4-BE49-F238E27FC236}">
                  <a16:creationId xmlns:a16="http://schemas.microsoft.com/office/drawing/2014/main" id="{234DE6B1-14F6-4789-FDB2-6FB4534DC8B3}"/>
                </a:ext>
              </a:extLst>
            </p:cNvPr>
            <p:cNvSpPr/>
            <p:nvPr/>
          </p:nvSpPr>
          <p:spPr>
            <a:xfrm>
              <a:off x="6539320" y="269690"/>
              <a:ext cx="2975179" cy="495529"/>
            </a:xfrm>
            <a:prstGeom prst="snip1Rect">
              <a:avLst/>
            </a:prstGeom>
            <a:solidFill>
              <a:srgbClr val="F15B40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rgbClr val="082340"/>
                  </a:solidFill>
                </a:rPr>
                <a:t>Technical Details</a:t>
              </a:r>
            </a:p>
          </p:txBody>
        </p:sp>
        <p:sp>
          <p:nvSpPr>
            <p:cNvPr id="9" name="Circle">
              <a:extLst>
                <a:ext uri="{FF2B5EF4-FFF2-40B4-BE49-F238E27FC236}">
                  <a16:creationId xmlns:a16="http://schemas.microsoft.com/office/drawing/2014/main" id="{67765D09-EAC9-65E8-CFBD-D90E1D515AA9}"/>
                </a:ext>
              </a:extLst>
            </p:cNvPr>
            <p:cNvSpPr/>
            <p:nvPr/>
          </p:nvSpPr>
          <p:spPr>
            <a:xfrm>
              <a:off x="3564141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Target Audience</a:t>
              </a:r>
            </a:p>
          </p:txBody>
        </p:sp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035815A2-48B5-5DCC-075D-0EE93593C633}"/>
                </a:ext>
              </a:extLst>
            </p:cNvPr>
            <p:cNvSpPr/>
            <p:nvPr/>
          </p:nvSpPr>
          <p:spPr>
            <a:xfrm>
              <a:off x="9514499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Cost</a:t>
              </a:r>
            </a:p>
          </p:txBody>
        </p:sp>
        <p:sp>
          <p:nvSpPr>
            <p:cNvPr id="13" name="Circle">
              <a:extLst>
                <a:ext uri="{FF2B5EF4-FFF2-40B4-BE49-F238E27FC236}">
                  <a16:creationId xmlns:a16="http://schemas.microsoft.com/office/drawing/2014/main" id="{5D7344A8-BAA4-B85F-3E9F-20F1D6DECA74}"/>
                </a:ext>
              </a:extLst>
            </p:cNvPr>
            <p:cNvSpPr/>
            <p:nvPr/>
          </p:nvSpPr>
          <p:spPr>
            <a:xfrm>
              <a:off x="12489678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Future Enhancements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7082D9E-157E-C478-FFED-42F6CDC50780}"/>
              </a:ext>
            </a:extLst>
          </p:cNvPr>
          <p:cNvSpPr txBox="1"/>
          <p:nvPr/>
        </p:nvSpPr>
        <p:spPr>
          <a:xfrm>
            <a:off x="1162723" y="1678858"/>
            <a:ext cx="9086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system follows a modular, service-based architecture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37A687-C498-096B-D524-DA63898D980F}"/>
              </a:ext>
            </a:extLst>
          </p:cNvPr>
          <p:cNvSpPr txBox="1"/>
          <p:nvPr/>
        </p:nvSpPr>
        <p:spPr>
          <a:xfrm>
            <a:off x="1162723" y="2349297"/>
            <a:ext cx="6152587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Core Functionality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Core Functionality Natural Language → SQL Conversion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Schema-aware query generation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Dynamic </a:t>
            </a:r>
            <a:r>
              <a:rPr lang="en-IN" sz="1600" dirty="0" err="1"/>
              <a:t>datasource</a:t>
            </a:r>
            <a:r>
              <a:rPr lang="en-IN" sz="1600" dirty="0"/>
              <a:t> support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Query optimization using caching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Key Components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Front End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/>
              <a:t>Responsive React UI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/>
              <a:t>Accepts User Texts and shows generated SQL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API Layer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/>
              <a:t>Fast API (Python)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/>
              <a:t>Handles request routing and orchestration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Tools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/>
              <a:t>Python Tools to connect to DB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Open AI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sz="1600" dirty="0"/>
              <a:t>GPT4o model to select tables and generate Queries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178416B-1805-B7E4-2A04-F1DC54448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792" y="1806694"/>
            <a:ext cx="6678592" cy="604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82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617A9-53E9-580D-F4FD-44C5D7128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984B6F2-70FA-BBAC-7C0F-AB0E0FC063CE}"/>
              </a:ext>
            </a:extLst>
          </p:cNvPr>
          <p:cNvGrpSpPr/>
          <p:nvPr/>
        </p:nvGrpSpPr>
        <p:grpSpPr>
          <a:xfrm>
            <a:off x="588962" y="269690"/>
            <a:ext cx="14875895" cy="495529"/>
            <a:chOff x="588962" y="269690"/>
            <a:chExt cx="14875895" cy="495529"/>
          </a:xfrm>
        </p:grpSpPr>
        <p:sp>
          <p:nvSpPr>
            <p:cNvPr id="7" name="Circle">
              <a:extLst>
                <a:ext uri="{FF2B5EF4-FFF2-40B4-BE49-F238E27FC236}">
                  <a16:creationId xmlns:a16="http://schemas.microsoft.com/office/drawing/2014/main" id="{071EBC8D-06EF-609F-7391-BAE9F3FA620F}"/>
                </a:ext>
              </a:extLst>
            </p:cNvPr>
            <p:cNvSpPr/>
            <p:nvPr/>
          </p:nvSpPr>
          <p:spPr>
            <a:xfrm>
              <a:off x="588962" y="269690"/>
              <a:ext cx="2975179" cy="495529"/>
            </a:xfrm>
            <a:prstGeom prst="snip1Rect">
              <a:avLst/>
            </a:prstGeom>
            <a:solidFill>
              <a:srgbClr val="082340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Problem Statement</a:t>
              </a:r>
            </a:p>
          </p:txBody>
        </p:sp>
        <p:sp>
          <p:nvSpPr>
            <p:cNvPr id="8" name="Circle">
              <a:extLst>
                <a:ext uri="{FF2B5EF4-FFF2-40B4-BE49-F238E27FC236}">
                  <a16:creationId xmlns:a16="http://schemas.microsoft.com/office/drawing/2014/main" id="{59B2FD0F-31A1-6D36-85ED-F81C1773F06F}"/>
                </a:ext>
              </a:extLst>
            </p:cNvPr>
            <p:cNvSpPr/>
            <p:nvPr/>
          </p:nvSpPr>
          <p:spPr>
            <a:xfrm>
              <a:off x="6539320" y="269690"/>
              <a:ext cx="2975179" cy="495529"/>
            </a:xfrm>
            <a:prstGeom prst="snip1Rect">
              <a:avLst/>
            </a:prstGeom>
            <a:solidFill>
              <a:srgbClr val="F15B40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rgbClr val="082340"/>
                  </a:solidFill>
                </a:rPr>
                <a:t>Technical Details</a:t>
              </a:r>
            </a:p>
          </p:txBody>
        </p:sp>
        <p:sp>
          <p:nvSpPr>
            <p:cNvPr id="9" name="Circle">
              <a:extLst>
                <a:ext uri="{FF2B5EF4-FFF2-40B4-BE49-F238E27FC236}">
                  <a16:creationId xmlns:a16="http://schemas.microsoft.com/office/drawing/2014/main" id="{CB952398-5119-2530-EF8B-2B602634A4AE}"/>
                </a:ext>
              </a:extLst>
            </p:cNvPr>
            <p:cNvSpPr/>
            <p:nvPr/>
          </p:nvSpPr>
          <p:spPr>
            <a:xfrm>
              <a:off x="3564141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Target Audience</a:t>
              </a:r>
            </a:p>
          </p:txBody>
        </p:sp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D1D5DBCB-9505-DAA1-A161-C2F5DBF046EE}"/>
                </a:ext>
              </a:extLst>
            </p:cNvPr>
            <p:cNvSpPr/>
            <p:nvPr/>
          </p:nvSpPr>
          <p:spPr>
            <a:xfrm>
              <a:off x="9514499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Cost</a:t>
              </a:r>
            </a:p>
          </p:txBody>
        </p:sp>
        <p:sp>
          <p:nvSpPr>
            <p:cNvPr id="13" name="Circle">
              <a:extLst>
                <a:ext uri="{FF2B5EF4-FFF2-40B4-BE49-F238E27FC236}">
                  <a16:creationId xmlns:a16="http://schemas.microsoft.com/office/drawing/2014/main" id="{844B6551-A33C-6F82-FE52-AA95919DCBFE}"/>
                </a:ext>
              </a:extLst>
            </p:cNvPr>
            <p:cNvSpPr/>
            <p:nvPr/>
          </p:nvSpPr>
          <p:spPr>
            <a:xfrm>
              <a:off x="12489678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Future Enhancements</a:t>
              </a:r>
            </a:p>
          </p:txBody>
        </p:sp>
      </p:grpSp>
      <p:sp>
        <p:nvSpPr>
          <p:cNvPr id="6" name="Title 36">
            <a:extLst>
              <a:ext uri="{FF2B5EF4-FFF2-40B4-BE49-F238E27FC236}">
                <a16:creationId xmlns:a16="http://schemas.microsoft.com/office/drawing/2014/main" id="{24BB46E6-DA7C-7EAD-6C4D-21ACA1E1D7A4}"/>
              </a:ext>
            </a:extLst>
          </p:cNvPr>
          <p:cNvSpPr txBox="1">
            <a:spLocks/>
          </p:cNvSpPr>
          <p:nvPr/>
        </p:nvSpPr>
        <p:spPr>
          <a:xfrm>
            <a:off x="4079112" y="1394634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000" b="1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50000"/>
                    <a:lumOff val="50000"/>
                  </a:srgbClr>
                </a:solidFill>
                <a:effectLst/>
                <a:uLnTx/>
                <a:uFillTx/>
                <a:latin typeface="Roboto Medium"/>
                <a:ea typeface="+mj-ea"/>
              </a:rPr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DB2168E-007D-19AD-2385-BC987CFF7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81" y="2018825"/>
            <a:ext cx="14086389" cy="624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474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20FD7-90F8-77F0-582F-7A87B14C5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088F050-3654-574D-CA4C-1E7C2FF71E79}"/>
              </a:ext>
            </a:extLst>
          </p:cNvPr>
          <p:cNvGrpSpPr/>
          <p:nvPr/>
        </p:nvGrpSpPr>
        <p:grpSpPr>
          <a:xfrm>
            <a:off x="588962" y="269690"/>
            <a:ext cx="14875895" cy="495529"/>
            <a:chOff x="588962" y="269690"/>
            <a:chExt cx="14875895" cy="495529"/>
          </a:xfrm>
        </p:grpSpPr>
        <p:sp>
          <p:nvSpPr>
            <p:cNvPr id="7" name="Circle">
              <a:extLst>
                <a:ext uri="{FF2B5EF4-FFF2-40B4-BE49-F238E27FC236}">
                  <a16:creationId xmlns:a16="http://schemas.microsoft.com/office/drawing/2014/main" id="{EA618FC0-075A-460A-D0F2-82172E8F73D5}"/>
                </a:ext>
              </a:extLst>
            </p:cNvPr>
            <p:cNvSpPr/>
            <p:nvPr/>
          </p:nvSpPr>
          <p:spPr>
            <a:xfrm>
              <a:off x="588962" y="269690"/>
              <a:ext cx="2975179" cy="495529"/>
            </a:xfrm>
            <a:prstGeom prst="snip1Rect">
              <a:avLst/>
            </a:prstGeom>
            <a:solidFill>
              <a:srgbClr val="082340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Problem Statement</a:t>
              </a:r>
            </a:p>
          </p:txBody>
        </p:sp>
        <p:sp>
          <p:nvSpPr>
            <p:cNvPr id="8" name="Circle">
              <a:extLst>
                <a:ext uri="{FF2B5EF4-FFF2-40B4-BE49-F238E27FC236}">
                  <a16:creationId xmlns:a16="http://schemas.microsoft.com/office/drawing/2014/main" id="{D55769C2-64B5-662B-643B-432534A8AA2A}"/>
                </a:ext>
              </a:extLst>
            </p:cNvPr>
            <p:cNvSpPr/>
            <p:nvPr/>
          </p:nvSpPr>
          <p:spPr>
            <a:xfrm>
              <a:off x="6539320" y="269690"/>
              <a:ext cx="2975179" cy="495529"/>
            </a:xfrm>
            <a:prstGeom prst="snip1Rect">
              <a:avLst/>
            </a:prstGeom>
            <a:solidFill>
              <a:srgbClr val="082340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Technical Details</a:t>
              </a:r>
            </a:p>
          </p:txBody>
        </p:sp>
        <p:sp>
          <p:nvSpPr>
            <p:cNvPr id="9" name="Circle">
              <a:extLst>
                <a:ext uri="{FF2B5EF4-FFF2-40B4-BE49-F238E27FC236}">
                  <a16:creationId xmlns:a16="http://schemas.microsoft.com/office/drawing/2014/main" id="{9026B338-13D4-88DF-F4C7-921BEC89FDB6}"/>
                </a:ext>
              </a:extLst>
            </p:cNvPr>
            <p:cNvSpPr/>
            <p:nvPr/>
          </p:nvSpPr>
          <p:spPr>
            <a:xfrm>
              <a:off x="3564141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Target Audience</a:t>
              </a:r>
            </a:p>
          </p:txBody>
        </p:sp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2EAB910B-F3CE-85EB-A4ED-42DCDEBC3E26}"/>
                </a:ext>
              </a:extLst>
            </p:cNvPr>
            <p:cNvSpPr/>
            <p:nvPr/>
          </p:nvSpPr>
          <p:spPr>
            <a:xfrm>
              <a:off x="9514499" y="269690"/>
              <a:ext cx="2975179" cy="495529"/>
            </a:xfrm>
            <a:prstGeom prst="snip1Rect">
              <a:avLst/>
            </a:prstGeom>
            <a:solidFill>
              <a:srgbClr val="F15B40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2"/>
                  </a:solidFill>
                </a:rPr>
                <a:t>Cost</a:t>
              </a:r>
            </a:p>
          </p:txBody>
        </p:sp>
        <p:sp>
          <p:nvSpPr>
            <p:cNvPr id="13" name="Circle">
              <a:extLst>
                <a:ext uri="{FF2B5EF4-FFF2-40B4-BE49-F238E27FC236}">
                  <a16:creationId xmlns:a16="http://schemas.microsoft.com/office/drawing/2014/main" id="{8CC26EB3-CE1E-5C55-E0E1-BD4921037F29}"/>
                </a:ext>
              </a:extLst>
            </p:cNvPr>
            <p:cNvSpPr/>
            <p:nvPr/>
          </p:nvSpPr>
          <p:spPr>
            <a:xfrm>
              <a:off x="12489678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Future Enhancements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0F00A7-4409-2265-1D48-DACFAE917EC1}"/>
              </a:ext>
            </a:extLst>
          </p:cNvPr>
          <p:cNvGrpSpPr/>
          <p:nvPr/>
        </p:nvGrpSpPr>
        <p:grpSpPr>
          <a:xfrm>
            <a:off x="908135" y="1927036"/>
            <a:ext cx="14214397" cy="1322019"/>
            <a:chOff x="688217" y="1591372"/>
            <a:chExt cx="14214397" cy="1322019"/>
          </a:xfrm>
        </p:grpSpPr>
        <p:sp>
          <p:nvSpPr>
            <p:cNvPr id="19" name="Rounded Rectangle 47">
              <a:extLst>
                <a:ext uri="{FF2B5EF4-FFF2-40B4-BE49-F238E27FC236}">
                  <a16:creationId xmlns:a16="http://schemas.microsoft.com/office/drawing/2014/main" id="{493E7BBE-6AE6-1BF7-6E75-9E67DF650B2E}"/>
                </a:ext>
              </a:extLst>
            </p:cNvPr>
            <p:cNvSpPr/>
            <p:nvPr/>
          </p:nvSpPr>
          <p:spPr bwMode="auto">
            <a:xfrm>
              <a:off x="688217" y="1591372"/>
              <a:ext cx="14214397" cy="132201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4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30CDA64-B2F1-2B1A-BA26-E9BAC135EF49}"/>
                </a:ext>
              </a:extLst>
            </p:cNvPr>
            <p:cNvSpPr txBox="1"/>
            <p:nvPr/>
          </p:nvSpPr>
          <p:spPr>
            <a:xfrm>
              <a:off x="4647235" y="1929215"/>
              <a:ext cx="908612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Input tokens: $5 per 1M tokens → $0.005 per 1K tokens</a:t>
              </a:r>
            </a:p>
            <a:p>
              <a:r>
                <a:rPr lang="en-IN" dirty="0"/>
                <a:t>Output tokens: $15 per 1M tokens → $0.015 per 1K tokens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BA40468-7F93-AEB5-E2A0-74949528D565}"/>
                </a:ext>
              </a:extLst>
            </p:cNvPr>
            <p:cNvSpPr txBox="1"/>
            <p:nvPr/>
          </p:nvSpPr>
          <p:spPr>
            <a:xfrm>
              <a:off x="962627" y="2067716"/>
              <a:ext cx="30827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A</a:t>
              </a:r>
              <a:r>
                <a:rPr lang="en-IN" b="1" dirty="0" err="1">
                  <a:solidFill>
                    <a:schemeClr val="bg1"/>
                  </a:solidFill>
                </a:rPr>
                <a:t>zure</a:t>
              </a:r>
              <a:r>
                <a:rPr lang="en-IN" b="1" dirty="0">
                  <a:solidFill>
                    <a:schemeClr val="bg1"/>
                  </a:solidFill>
                </a:rPr>
                <a:t> GPT4o Cost Sheet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2355E8B-ADAB-0083-932A-EF5F308EC17A}"/>
              </a:ext>
            </a:extLst>
          </p:cNvPr>
          <p:cNvGrpSpPr/>
          <p:nvPr/>
        </p:nvGrpSpPr>
        <p:grpSpPr>
          <a:xfrm>
            <a:off x="908134" y="3571894"/>
            <a:ext cx="14214397" cy="1322019"/>
            <a:chOff x="688217" y="1591372"/>
            <a:chExt cx="14214397" cy="1322019"/>
          </a:xfrm>
        </p:grpSpPr>
        <p:sp>
          <p:nvSpPr>
            <p:cNvPr id="24" name="Rounded Rectangle 47">
              <a:extLst>
                <a:ext uri="{FF2B5EF4-FFF2-40B4-BE49-F238E27FC236}">
                  <a16:creationId xmlns:a16="http://schemas.microsoft.com/office/drawing/2014/main" id="{F94406DC-4239-75F3-4E80-9CF258FF5C31}"/>
                </a:ext>
              </a:extLst>
            </p:cNvPr>
            <p:cNvSpPr/>
            <p:nvPr/>
          </p:nvSpPr>
          <p:spPr bwMode="auto">
            <a:xfrm>
              <a:off x="688217" y="1591372"/>
              <a:ext cx="14214397" cy="132201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400" b="1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5949C5F-98F7-EDC3-2A0A-DEB066938178}"/>
                </a:ext>
              </a:extLst>
            </p:cNvPr>
            <p:cNvSpPr txBox="1"/>
            <p:nvPr/>
          </p:nvSpPr>
          <p:spPr>
            <a:xfrm>
              <a:off x="4647235" y="1929215"/>
              <a:ext cx="908612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Input Tokens ~ 38 K</a:t>
              </a:r>
            </a:p>
            <a:p>
              <a:r>
                <a:rPr lang="en-IN" dirty="0"/>
                <a:t>Output tokens ~ 150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05339CE-CEAD-8679-C2C1-A6C6F71243CE}"/>
                </a:ext>
              </a:extLst>
            </p:cNvPr>
            <p:cNvSpPr txBox="1"/>
            <p:nvPr/>
          </p:nvSpPr>
          <p:spPr>
            <a:xfrm>
              <a:off x="962627" y="2067716"/>
              <a:ext cx="32621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Token Usage / Generation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59A307B-EB26-B5F1-D8B8-91019E548969}"/>
              </a:ext>
            </a:extLst>
          </p:cNvPr>
          <p:cNvGrpSpPr/>
          <p:nvPr/>
        </p:nvGrpSpPr>
        <p:grpSpPr>
          <a:xfrm>
            <a:off x="908134" y="5154921"/>
            <a:ext cx="14214397" cy="1322019"/>
            <a:chOff x="908134" y="5154921"/>
            <a:chExt cx="14214397" cy="132201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6C9711A-B76C-3E13-4194-A6310E1E5991}"/>
                </a:ext>
              </a:extLst>
            </p:cNvPr>
            <p:cNvGrpSpPr/>
            <p:nvPr/>
          </p:nvGrpSpPr>
          <p:grpSpPr>
            <a:xfrm>
              <a:off x="908134" y="5154921"/>
              <a:ext cx="14214397" cy="1322019"/>
              <a:chOff x="688217" y="1591372"/>
              <a:chExt cx="14214397" cy="1322019"/>
            </a:xfrm>
          </p:grpSpPr>
          <p:sp>
            <p:nvSpPr>
              <p:cNvPr id="28" name="Rounded Rectangle 47">
                <a:extLst>
                  <a:ext uri="{FF2B5EF4-FFF2-40B4-BE49-F238E27FC236}">
                    <a16:creationId xmlns:a16="http://schemas.microsoft.com/office/drawing/2014/main" id="{FB9FA532-F963-1914-D58D-990505B7DC7A}"/>
                  </a:ext>
                </a:extLst>
              </p:cNvPr>
              <p:cNvSpPr/>
              <p:nvPr/>
            </p:nvSpPr>
            <p:spPr bwMode="auto">
              <a:xfrm>
                <a:off x="688217" y="1591372"/>
                <a:ext cx="14214397" cy="13220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 b="1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A1176B8-122E-F959-4DA1-1B6C84BE4AFB}"/>
                  </a:ext>
                </a:extLst>
              </p:cNvPr>
              <p:cNvSpPr txBox="1"/>
              <p:nvPr/>
            </p:nvSpPr>
            <p:spPr>
              <a:xfrm>
                <a:off x="4647235" y="1929215"/>
                <a:ext cx="908612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Input Tokens ~ $0.1929</a:t>
                </a:r>
              </a:p>
              <a:p>
                <a:r>
                  <a:rPr lang="en-IN" dirty="0"/>
                  <a:t>Output tokens ~ $0.0051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933F027-CF4F-83D2-2013-F77AEFCACD7D}"/>
                  </a:ext>
                </a:extLst>
              </p:cNvPr>
              <p:cNvSpPr txBox="1"/>
              <p:nvPr/>
            </p:nvSpPr>
            <p:spPr>
              <a:xfrm>
                <a:off x="962627" y="2067716"/>
                <a:ext cx="32621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Cost / Generation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1408963-D138-F41C-19D0-79034C30DFFC}"/>
                </a:ext>
              </a:extLst>
            </p:cNvPr>
            <p:cNvSpPr txBox="1"/>
            <p:nvPr/>
          </p:nvSpPr>
          <p:spPr>
            <a:xfrm>
              <a:off x="10444221" y="5631263"/>
              <a:ext cx="308272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 $0.1980</a:t>
              </a:r>
              <a:endParaRPr lang="en-IN" sz="2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39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265F3-9A3C-E614-09D5-D0924CA7F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FE46E96-8EED-381B-C7EC-D067EA6954EB}"/>
              </a:ext>
            </a:extLst>
          </p:cNvPr>
          <p:cNvGrpSpPr/>
          <p:nvPr/>
        </p:nvGrpSpPr>
        <p:grpSpPr>
          <a:xfrm>
            <a:off x="588962" y="269690"/>
            <a:ext cx="14875895" cy="495529"/>
            <a:chOff x="588962" y="269690"/>
            <a:chExt cx="14875895" cy="495529"/>
          </a:xfrm>
        </p:grpSpPr>
        <p:sp>
          <p:nvSpPr>
            <p:cNvPr id="7" name="Circle">
              <a:extLst>
                <a:ext uri="{FF2B5EF4-FFF2-40B4-BE49-F238E27FC236}">
                  <a16:creationId xmlns:a16="http://schemas.microsoft.com/office/drawing/2014/main" id="{EFAB2163-B7CE-3027-5570-FCC759626BB0}"/>
                </a:ext>
              </a:extLst>
            </p:cNvPr>
            <p:cNvSpPr/>
            <p:nvPr/>
          </p:nvSpPr>
          <p:spPr>
            <a:xfrm>
              <a:off x="588962" y="269690"/>
              <a:ext cx="2975179" cy="495529"/>
            </a:xfrm>
            <a:prstGeom prst="snip1Rect">
              <a:avLst/>
            </a:prstGeom>
            <a:solidFill>
              <a:srgbClr val="082340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Problem Statement</a:t>
              </a:r>
            </a:p>
          </p:txBody>
        </p:sp>
        <p:sp>
          <p:nvSpPr>
            <p:cNvPr id="8" name="Circle">
              <a:extLst>
                <a:ext uri="{FF2B5EF4-FFF2-40B4-BE49-F238E27FC236}">
                  <a16:creationId xmlns:a16="http://schemas.microsoft.com/office/drawing/2014/main" id="{595AA9BC-A28D-F4AC-8770-A865C5DD17F0}"/>
                </a:ext>
              </a:extLst>
            </p:cNvPr>
            <p:cNvSpPr/>
            <p:nvPr/>
          </p:nvSpPr>
          <p:spPr>
            <a:xfrm>
              <a:off x="6539320" y="269690"/>
              <a:ext cx="2975179" cy="495529"/>
            </a:xfrm>
            <a:prstGeom prst="snip1Rect">
              <a:avLst/>
            </a:prstGeom>
            <a:solidFill>
              <a:srgbClr val="082340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Technical Details</a:t>
              </a:r>
            </a:p>
          </p:txBody>
        </p:sp>
        <p:sp>
          <p:nvSpPr>
            <p:cNvPr id="9" name="Circle">
              <a:extLst>
                <a:ext uri="{FF2B5EF4-FFF2-40B4-BE49-F238E27FC236}">
                  <a16:creationId xmlns:a16="http://schemas.microsoft.com/office/drawing/2014/main" id="{4429C5AE-62F2-EA11-9A92-092B17555922}"/>
                </a:ext>
              </a:extLst>
            </p:cNvPr>
            <p:cNvSpPr/>
            <p:nvPr/>
          </p:nvSpPr>
          <p:spPr>
            <a:xfrm>
              <a:off x="3564141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Target Audience</a:t>
              </a:r>
            </a:p>
          </p:txBody>
        </p:sp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4DD272A2-72AA-0B26-89E0-527B8A4893F4}"/>
                </a:ext>
              </a:extLst>
            </p:cNvPr>
            <p:cNvSpPr/>
            <p:nvPr/>
          </p:nvSpPr>
          <p:spPr>
            <a:xfrm>
              <a:off x="9514499" y="269690"/>
              <a:ext cx="2975179" cy="495529"/>
            </a:xfrm>
            <a:prstGeom prst="snip1Rect">
              <a:avLst/>
            </a:prstGeom>
            <a:solidFill>
              <a:srgbClr val="F15B40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2"/>
                  </a:solidFill>
                </a:rPr>
                <a:t>Cost</a:t>
              </a:r>
            </a:p>
          </p:txBody>
        </p:sp>
        <p:sp>
          <p:nvSpPr>
            <p:cNvPr id="13" name="Circle">
              <a:extLst>
                <a:ext uri="{FF2B5EF4-FFF2-40B4-BE49-F238E27FC236}">
                  <a16:creationId xmlns:a16="http://schemas.microsoft.com/office/drawing/2014/main" id="{E555AB6D-43C1-3A95-8CD7-B4C24EBA0AEB}"/>
                </a:ext>
              </a:extLst>
            </p:cNvPr>
            <p:cNvSpPr/>
            <p:nvPr/>
          </p:nvSpPr>
          <p:spPr>
            <a:xfrm>
              <a:off x="12489678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Future Enhancements</a:t>
              </a:r>
            </a:p>
          </p:txBody>
        </p:sp>
      </p:grpSp>
      <p:grpSp>
        <p:nvGrpSpPr>
          <p:cNvPr id="2" name="Group 38">
            <a:extLst>
              <a:ext uri="{FF2B5EF4-FFF2-40B4-BE49-F238E27FC236}">
                <a16:creationId xmlns:a16="http://schemas.microsoft.com/office/drawing/2014/main" id="{F23F9710-8C32-D621-DFE4-E9B04E568CF4}"/>
              </a:ext>
            </a:extLst>
          </p:cNvPr>
          <p:cNvGrpSpPr/>
          <p:nvPr/>
        </p:nvGrpSpPr>
        <p:grpSpPr>
          <a:xfrm>
            <a:off x="1379283" y="2991691"/>
            <a:ext cx="1954226" cy="2575732"/>
            <a:chOff x="5216525" y="3651250"/>
            <a:chExt cx="646113" cy="62071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3" name="Freeform 27">
              <a:extLst>
                <a:ext uri="{FF2B5EF4-FFF2-40B4-BE49-F238E27FC236}">
                  <a16:creationId xmlns:a16="http://schemas.microsoft.com/office/drawing/2014/main" id="{B14322C2-C9CF-AB8A-A39E-695988CDC6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7488" y="3651250"/>
              <a:ext cx="144463" cy="146050"/>
            </a:xfrm>
            <a:custGeom>
              <a:avLst/>
              <a:gdLst/>
              <a:ahLst/>
              <a:cxnLst>
                <a:cxn ang="0">
                  <a:pos x="44" y="88"/>
                </a:cxn>
                <a:cxn ang="0">
                  <a:pos x="88" y="44"/>
                </a:cxn>
                <a:cxn ang="0">
                  <a:pos x="44" y="0"/>
                </a:cxn>
                <a:cxn ang="0">
                  <a:pos x="0" y="44"/>
                </a:cxn>
                <a:cxn ang="0">
                  <a:pos x="44" y="88"/>
                </a:cxn>
                <a:cxn ang="0">
                  <a:pos x="44" y="88"/>
                </a:cxn>
                <a:cxn ang="0">
                  <a:pos x="44" y="88"/>
                </a:cxn>
              </a:cxnLst>
              <a:rect l="0" t="0" r="r" b="b"/>
              <a:pathLst>
                <a:path w="88" h="88">
                  <a:moveTo>
                    <a:pt x="44" y="88"/>
                  </a:moveTo>
                  <a:cubicBezTo>
                    <a:pt x="68" y="88"/>
                    <a:pt x="88" y="68"/>
                    <a:pt x="88" y="44"/>
                  </a:cubicBezTo>
                  <a:cubicBezTo>
                    <a:pt x="88" y="20"/>
                    <a:pt x="68" y="0"/>
                    <a:pt x="44" y="0"/>
                  </a:cubicBezTo>
                  <a:cubicBezTo>
                    <a:pt x="20" y="0"/>
                    <a:pt x="0" y="20"/>
                    <a:pt x="0" y="44"/>
                  </a:cubicBezTo>
                  <a:cubicBezTo>
                    <a:pt x="0" y="68"/>
                    <a:pt x="20" y="88"/>
                    <a:pt x="44" y="88"/>
                  </a:cubicBezTo>
                  <a:close/>
                  <a:moveTo>
                    <a:pt x="44" y="88"/>
                  </a:moveTo>
                  <a:cubicBezTo>
                    <a:pt x="44" y="88"/>
                    <a:pt x="44" y="88"/>
                    <a:pt x="44" y="8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8">
              <a:extLst>
                <a:ext uri="{FF2B5EF4-FFF2-40B4-BE49-F238E27FC236}">
                  <a16:creationId xmlns:a16="http://schemas.microsoft.com/office/drawing/2014/main" id="{A3AF1C5C-88D1-4BF4-711F-2FCC679A7D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86375" y="3798888"/>
              <a:ext cx="287338" cy="469900"/>
            </a:xfrm>
            <a:custGeom>
              <a:avLst/>
              <a:gdLst/>
              <a:ahLst/>
              <a:cxnLst>
                <a:cxn ang="0">
                  <a:pos x="135" y="143"/>
                </a:cxn>
                <a:cxn ang="0">
                  <a:pos x="115" y="125"/>
                </a:cxn>
                <a:cxn ang="0">
                  <a:pos x="115" y="125"/>
                </a:cxn>
                <a:cxn ang="0">
                  <a:pos x="81" y="126"/>
                </a:cxn>
                <a:cxn ang="0">
                  <a:pos x="81" y="78"/>
                </a:cxn>
                <a:cxn ang="0">
                  <a:pos x="123" y="94"/>
                </a:cxn>
                <a:cxn ang="0">
                  <a:pos x="159" y="86"/>
                </a:cxn>
                <a:cxn ang="0">
                  <a:pos x="169" y="64"/>
                </a:cxn>
                <a:cxn ang="0">
                  <a:pos x="147" y="55"/>
                </a:cxn>
                <a:cxn ang="0">
                  <a:pos x="76" y="19"/>
                </a:cxn>
                <a:cxn ang="0">
                  <a:pos x="76" y="19"/>
                </a:cxn>
                <a:cxn ang="0">
                  <a:pos x="50" y="1"/>
                </a:cxn>
                <a:cxn ang="0">
                  <a:pos x="41" y="0"/>
                </a:cxn>
                <a:cxn ang="0">
                  <a:pos x="31" y="1"/>
                </a:cxn>
                <a:cxn ang="0">
                  <a:pos x="31" y="1"/>
                </a:cxn>
                <a:cxn ang="0">
                  <a:pos x="0" y="35"/>
                </a:cxn>
                <a:cxn ang="0">
                  <a:pos x="0" y="132"/>
                </a:cxn>
                <a:cxn ang="0">
                  <a:pos x="40" y="166"/>
                </a:cxn>
                <a:cxn ang="0">
                  <a:pos x="44" y="166"/>
                </a:cxn>
                <a:cxn ang="0">
                  <a:pos x="98" y="166"/>
                </a:cxn>
                <a:cxn ang="0">
                  <a:pos x="109" y="265"/>
                </a:cxn>
                <a:cxn ang="0">
                  <a:pos x="129" y="283"/>
                </a:cxn>
                <a:cxn ang="0">
                  <a:pos x="131" y="283"/>
                </a:cxn>
                <a:cxn ang="0">
                  <a:pos x="149" y="261"/>
                </a:cxn>
                <a:cxn ang="0">
                  <a:pos x="135" y="143"/>
                </a:cxn>
                <a:cxn ang="0">
                  <a:pos x="135" y="143"/>
                </a:cxn>
                <a:cxn ang="0">
                  <a:pos x="135" y="143"/>
                </a:cxn>
              </a:cxnLst>
              <a:rect l="0" t="0" r="r" b="b"/>
              <a:pathLst>
                <a:path w="173" h="283">
                  <a:moveTo>
                    <a:pt x="135" y="143"/>
                  </a:moveTo>
                  <a:cubicBezTo>
                    <a:pt x="134" y="133"/>
                    <a:pt x="126" y="125"/>
                    <a:pt x="115" y="125"/>
                  </a:cubicBezTo>
                  <a:cubicBezTo>
                    <a:pt x="115" y="125"/>
                    <a:pt x="115" y="125"/>
                    <a:pt x="115" y="125"/>
                  </a:cubicBezTo>
                  <a:cubicBezTo>
                    <a:pt x="81" y="126"/>
                    <a:pt x="81" y="126"/>
                    <a:pt x="81" y="126"/>
                  </a:cubicBezTo>
                  <a:cubicBezTo>
                    <a:pt x="81" y="78"/>
                    <a:pt x="81" y="78"/>
                    <a:pt x="81" y="78"/>
                  </a:cubicBezTo>
                  <a:cubicBezTo>
                    <a:pt x="92" y="88"/>
                    <a:pt x="105" y="94"/>
                    <a:pt x="123" y="94"/>
                  </a:cubicBezTo>
                  <a:cubicBezTo>
                    <a:pt x="133" y="94"/>
                    <a:pt x="145" y="92"/>
                    <a:pt x="159" y="86"/>
                  </a:cubicBezTo>
                  <a:cubicBezTo>
                    <a:pt x="168" y="83"/>
                    <a:pt x="173" y="73"/>
                    <a:pt x="169" y="64"/>
                  </a:cubicBezTo>
                  <a:cubicBezTo>
                    <a:pt x="166" y="56"/>
                    <a:pt x="156" y="51"/>
                    <a:pt x="147" y="55"/>
                  </a:cubicBezTo>
                  <a:cubicBezTo>
                    <a:pt x="113" y="68"/>
                    <a:pt x="106" y="60"/>
                    <a:pt x="76" y="19"/>
                  </a:cubicBezTo>
                  <a:cubicBezTo>
                    <a:pt x="76" y="19"/>
                    <a:pt x="76" y="19"/>
                    <a:pt x="76" y="19"/>
                  </a:cubicBezTo>
                  <a:cubicBezTo>
                    <a:pt x="70" y="10"/>
                    <a:pt x="60" y="4"/>
                    <a:pt x="50" y="1"/>
                  </a:cubicBezTo>
                  <a:cubicBezTo>
                    <a:pt x="50" y="1"/>
                    <a:pt x="46" y="0"/>
                    <a:pt x="41" y="0"/>
                  </a:cubicBezTo>
                  <a:cubicBezTo>
                    <a:pt x="36" y="0"/>
                    <a:pt x="31" y="1"/>
                    <a:pt x="31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16" y="5"/>
                    <a:pt x="0" y="17"/>
                    <a:pt x="0" y="35"/>
                  </a:cubicBezTo>
                  <a:cubicBezTo>
                    <a:pt x="0" y="132"/>
                    <a:pt x="0" y="132"/>
                    <a:pt x="0" y="132"/>
                  </a:cubicBezTo>
                  <a:cubicBezTo>
                    <a:pt x="0" y="153"/>
                    <a:pt x="21" y="166"/>
                    <a:pt x="40" y="166"/>
                  </a:cubicBezTo>
                  <a:cubicBezTo>
                    <a:pt x="41" y="166"/>
                    <a:pt x="42" y="166"/>
                    <a:pt x="44" y="166"/>
                  </a:cubicBezTo>
                  <a:cubicBezTo>
                    <a:pt x="98" y="166"/>
                    <a:pt x="98" y="166"/>
                    <a:pt x="98" y="166"/>
                  </a:cubicBezTo>
                  <a:cubicBezTo>
                    <a:pt x="109" y="265"/>
                    <a:pt x="109" y="265"/>
                    <a:pt x="109" y="265"/>
                  </a:cubicBezTo>
                  <a:cubicBezTo>
                    <a:pt x="110" y="275"/>
                    <a:pt x="119" y="283"/>
                    <a:pt x="129" y="283"/>
                  </a:cubicBezTo>
                  <a:cubicBezTo>
                    <a:pt x="130" y="283"/>
                    <a:pt x="131" y="283"/>
                    <a:pt x="131" y="283"/>
                  </a:cubicBezTo>
                  <a:cubicBezTo>
                    <a:pt x="142" y="282"/>
                    <a:pt x="150" y="272"/>
                    <a:pt x="149" y="261"/>
                  </a:cubicBezTo>
                  <a:lnTo>
                    <a:pt x="135" y="143"/>
                  </a:lnTo>
                  <a:close/>
                  <a:moveTo>
                    <a:pt x="135" y="143"/>
                  </a:moveTo>
                  <a:cubicBezTo>
                    <a:pt x="135" y="143"/>
                    <a:pt x="135" y="143"/>
                    <a:pt x="135" y="14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B5491E64-4E59-9DF1-F5D1-9D553E3999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6525" y="3830638"/>
              <a:ext cx="222250" cy="441325"/>
            </a:xfrm>
            <a:custGeom>
              <a:avLst/>
              <a:gdLst/>
              <a:ahLst/>
              <a:cxnLst>
                <a:cxn ang="0">
                  <a:pos x="135" y="170"/>
                </a:cxn>
                <a:cxn ang="0">
                  <a:pos x="118" y="153"/>
                </a:cxn>
                <a:cxn ang="0">
                  <a:pos x="34" y="153"/>
                </a:cxn>
                <a:cxn ang="0">
                  <a:pos x="34" y="17"/>
                </a:cxn>
                <a:cxn ang="0">
                  <a:pos x="17" y="0"/>
                </a:cxn>
                <a:cxn ang="0">
                  <a:pos x="0" y="17"/>
                </a:cxn>
                <a:cxn ang="0">
                  <a:pos x="0" y="170"/>
                </a:cxn>
                <a:cxn ang="0">
                  <a:pos x="8" y="184"/>
                </a:cxn>
                <a:cxn ang="0">
                  <a:pos x="3" y="204"/>
                </a:cxn>
                <a:cxn ang="0">
                  <a:pos x="3" y="251"/>
                </a:cxn>
                <a:cxn ang="0">
                  <a:pos x="18" y="266"/>
                </a:cxn>
                <a:cxn ang="0">
                  <a:pos x="32" y="251"/>
                </a:cxn>
                <a:cxn ang="0">
                  <a:pos x="32" y="204"/>
                </a:cxn>
                <a:cxn ang="0">
                  <a:pos x="43" y="192"/>
                </a:cxn>
                <a:cxn ang="0">
                  <a:pos x="91" y="192"/>
                </a:cxn>
                <a:cxn ang="0">
                  <a:pos x="103" y="204"/>
                </a:cxn>
                <a:cxn ang="0">
                  <a:pos x="103" y="251"/>
                </a:cxn>
                <a:cxn ang="0">
                  <a:pos x="117" y="266"/>
                </a:cxn>
                <a:cxn ang="0">
                  <a:pos x="131" y="251"/>
                </a:cxn>
                <a:cxn ang="0">
                  <a:pos x="131" y="204"/>
                </a:cxn>
                <a:cxn ang="0">
                  <a:pos x="126" y="185"/>
                </a:cxn>
                <a:cxn ang="0">
                  <a:pos x="135" y="170"/>
                </a:cxn>
                <a:cxn ang="0">
                  <a:pos x="135" y="170"/>
                </a:cxn>
                <a:cxn ang="0">
                  <a:pos x="135" y="170"/>
                </a:cxn>
              </a:cxnLst>
              <a:rect l="0" t="0" r="r" b="b"/>
              <a:pathLst>
                <a:path w="135" h="266">
                  <a:moveTo>
                    <a:pt x="135" y="170"/>
                  </a:moveTo>
                  <a:cubicBezTo>
                    <a:pt x="135" y="160"/>
                    <a:pt x="128" y="153"/>
                    <a:pt x="118" y="153"/>
                  </a:cubicBezTo>
                  <a:cubicBezTo>
                    <a:pt x="34" y="153"/>
                    <a:pt x="34" y="153"/>
                    <a:pt x="34" y="153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8"/>
                    <a:pt x="26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0" y="176"/>
                    <a:pt x="3" y="181"/>
                    <a:pt x="8" y="184"/>
                  </a:cubicBezTo>
                  <a:cubicBezTo>
                    <a:pt x="5" y="190"/>
                    <a:pt x="3" y="197"/>
                    <a:pt x="3" y="204"/>
                  </a:cubicBezTo>
                  <a:cubicBezTo>
                    <a:pt x="3" y="251"/>
                    <a:pt x="3" y="251"/>
                    <a:pt x="3" y="251"/>
                  </a:cubicBezTo>
                  <a:cubicBezTo>
                    <a:pt x="3" y="259"/>
                    <a:pt x="10" y="266"/>
                    <a:pt x="18" y="266"/>
                  </a:cubicBezTo>
                  <a:cubicBezTo>
                    <a:pt x="25" y="266"/>
                    <a:pt x="32" y="259"/>
                    <a:pt x="32" y="251"/>
                  </a:cubicBezTo>
                  <a:cubicBezTo>
                    <a:pt x="32" y="204"/>
                    <a:pt x="32" y="204"/>
                    <a:pt x="32" y="204"/>
                  </a:cubicBezTo>
                  <a:cubicBezTo>
                    <a:pt x="32" y="197"/>
                    <a:pt x="37" y="192"/>
                    <a:pt x="43" y="192"/>
                  </a:cubicBezTo>
                  <a:cubicBezTo>
                    <a:pt x="91" y="192"/>
                    <a:pt x="91" y="192"/>
                    <a:pt x="91" y="192"/>
                  </a:cubicBezTo>
                  <a:cubicBezTo>
                    <a:pt x="97" y="192"/>
                    <a:pt x="103" y="197"/>
                    <a:pt x="103" y="204"/>
                  </a:cubicBezTo>
                  <a:cubicBezTo>
                    <a:pt x="103" y="251"/>
                    <a:pt x="103" y="251"/>
                    <a:pt x="103" y="251"/>
                  </a:cubicBezTo>
                  <a:cubicBezTo>
                    <a:pt x="103" y="259"/>
                    <a:pt x="109" y="266"/>
                    <a:pt x="117" y="266"/>
                  </a:cubicBezTo>
                  <a:cubicBezTo>
                    <a:pt x="125" y="266"/>
                    <a:pt x="131" y="259"/>
                    <a:pt x="131" y="251"/>
                  </a:cubicBezTo>
                  <a:cubicBezTo>
                    <a:pt x="131" y="204"/>
                    <a:pt x="131" y="204"/>
                    <a:pt x="131" y="204"/>
                  </a:cubicBezTo>
                  <a:cubicBezTo>
                    <a:pt x="131" y="197"/>
                    <a:pt x="129" y="190"/>
                    <a:pt x="126" y="185"/>
                  </a:cubicBezTo>
                  <a:cubicBezTo>
                    <a:pt x="132" y="182"/>
                    <a:pt x="135" y="176"/>
                    <a:pt x="135" y="170"/>
                  </a:cubicBezTo>
                  <a:close/>
                  <a:moveTo>
                    <a:pt x="135" y="170"/>
                  </a:moveTo>
                  <a:cubicBezTo>
                    <a:pt x="135" y="170"/>
                    <a:pt x="135" y="170"/>
                    <a:pt x="135" y="17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30">
              <a:extLst>
                <a:ext uri="{FF2B5EF4-FFF2-40B4-BE49-F238E27FC236}">
                  <a16:creationId xmlns:a16="http://schemas.microsoft.com/office/drawing/2014/main" id="{70452599-5F37-90F7-25F4-AEC7BA5550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5925" y="3960813"/>
              <a:ext cx="366713" cy="295275"/>
            </a:xfrm>
            <a:custGeom>
              <a:avLst/>
              <a:gdLst/>
              <a:ahLst/>
              <a:cxnLst>
                <a:cxn ang="0">
                  <a:pos x="206" y="0"/>
                </a:cxn>
                <a:cxn ang="0">
                  <a:pos x="17" y="0"/>
                </a:cxn>
                <a:cxn ang="0">
                  <a:pos x="0" y="16"/>
                </a:cxn>
                <a:cxn ang="0">
                  <a:pos x="17" y="32"/>
                </a:cxn>
                <a:cxn ang="0">
                  <a:pos x="39" y="32"/>
                </a:cxn>
                <a:cxn ang="0">
                  <a:pos x="39" y="177"/>
                </a:cxn>
                <a:cxn ang="0">
                  <a:pos x="183" y="177"/>
                </a:cxn>
                <a:cxn ang="0">
                  <a:pos x="183" y="32"/>
                </a:cxn>
                <a:cxn ang="0">
                  <a:pos x="206" y="32"/>
                </a:cxn>
                <a:cxn ang="0">
                  <a:pos x="222" y="16"/>
                </a:cxn>
                <a:cxn ang="0">
                  <a:pos x="206" y="0"/>
                </a:cxn>
                <a:cxn ang="0">
                  <a:pos x="206" y="0"/>
                </a:cxn>
                <a:cxn ang="0">
                  <a:pos x="206" y="0"/>
                </a:cxn>
              </a:cxnLst>
              <a:rect l="0" t="0" r="r" b="b"/>
              <a:pathLst>
                <a:path w="222" h="177">
                  <a:moveTo>
                    <a:pt x="206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5"/>
                    <a:pt x="8" y="32"/>
                    <a:pt x="17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177"/>
                    <a:pt x="39" y="177"/>
                    <a:pt x="39" y="177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3" y="32"/>
                    <a:pt x="183" y="32"/>
                    <a:pt x="183" y="32"/>
                  </a:cubicBezTo>
                  <a:cubicBezTo>
                    <a:pt x="206" y="32"/>
                    <a:pt x="206" y="32"/>
                    <a:pt x="206" y="32"/>
                  </a:cubicBezTo>
                  <a:cubicBezTo>
                    <a:pt x="215" y="32"/>
                    <a:pt x="222" y="25"/>
                    <a:pt x="222" y="16"/>
                  </a:cubicBezTo>
                  <a:cubicBezTo>
                    <a:pt x="222" y="7"/>
                    <a:pt x="215" y="0"/>
                    <a:pt x="206" y="0"/>
                  </a:cubicBezTo>
                  <a:close/>
                  <a:moveTo>
                    <a:pt x="206" y="0"/>
                  </a:moveTo>
                  <a:cubicBezTo>
                    <a:pt x="206" y="0"/>
                    <a:pt x="206" y="0"/>
                    <a:pt x="206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1">
              <a:extLst>
                <a:ext uri="{FF2B5EF4-FFF2-40B4-BE49-F238E27FC236}">
                  <a16:creationId xmlns:a16="http://schemas.microsoft.com/office/drawing/2014/main" id="{BA0C7221-0367-621C-89F0-119A478641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89588" y="3749675"/>
              <a:ext cx="254000" cy="203200"/>
            </a:xfrm>
            <a:custGeom>
              <a:avLst/>
              <a:gdLst/>
              <a:ahLst/>
              <a:cxnLst>
                <a:cxn ang="0">
                  <a:pos x="93" y="14"/>
                </a:cxn>
                <a:cxn ang="0">
                  <a:pos x="78" y="47"/>
                </a:cxn>
                <a:cxn ang="0">
                  <a:pos x="121" y="66"/>
                </a:cxn>
                <a:cxn ang="0">
                  <a:pos x="108" y="107"/>
                </a:cxn>
                <a:cxn ang="0">
                  <a:pos x="7" y="107"/>
                </a:cxn>
                <a:cxn ang="0">
                  <a:pos x="0" y="114"/>
                </a:cxn>
                <a:cxn ang="0">
                  <a:pos x="7" y="122"/>
                </a:cxn>
                <a:cxn ang="0">
                  <a:pos x="113" y="122"/>
                </a:cxn>
                <a:cxn ang="0">
                  <a:pos x="120" y="117"/>
                </a:cxn>
                <a:cxn ang="0">
                  <a:pos x="153" y="10"/>
                </a:cxn>
                <a:cxn ang="0">
                  <a:pos x="148" y="1"/>
                </a:cxn>
                <a:cxn ang="0">
                  <a:pos x="139" y="6"/>
                </a:cxn>
                <a:cxn ang="0">
                  <a:pos x="131" y="31"/>
                </a:cxn>
                <a:cxn ang="0">
                  <a:pos x="93" y="14"/>
                </a:cxn>
                <a:cxn ang="0">
                  <a:pos x="90" y="49"/>
                </a:cxn>
                <a:cxn ang="0">
                  <a:pos x="82" y="46"/>
                </a:cxn>
                <a:cxn ang="0">
                  <a:pos x="86" y="38"/>
                </a:cxn>
                <a:cxn ang="0">
                  <a:pos x="90" y="49"/>
                </a:cxn>
                <a:cxn ang="0">
                  <a:pos x="91" y="25"/>
                </a:cxn>
                <a:cxn ang="0">
                  <a:pos x="95" y="18"/>
                </a:cxn>
                <a:cxn ang="0">
                  <a:pos x="102" y="21"/>
                </a:cxn>
                <a:cxn ang="0">
                  <a:pos x="91" y="25"/>
                </a:cxn>
                <a:cxn ang="0">
                  <a:pos x="110" y="55"/>
                </a:cxn>
                <a:cxn ang="0">
                  <a:pos x="103" y="38"/>
                </a:cxn>
                <a:cxn ang="0">
                  <a:pos x="120" y="31"/>
                </a:cxn>
                <a:cxn ang="0">
                  <a:pos x="128" y="42"/>
                </a:cxn>
                <a:cxn ang="0">
                  <a:pos x="125" y="52"/>
                </a:cxn>
                <a:cxn ang="0">
                  <a:pos x="110" y="55"/>
                </a:cxn>
                <a:cxn ang="0">
                  <a:pos x="110" y="55"/>
                </a:cxn>
                <a:cxn ang="0">
                  <a:pos x="110" y="55"/>
                </a:cxn>
              </a:cxnLst>
              <a:rect l="0" t="0" r="r" b="b"/>
              <a:pathLst>
                <a:path w="154" h="122">
                  <a:moveTo>
                    <a:pt x="93" y="14"/>
                  </a:moveTo>
                  <a:cubicBezTo>
                    <a:pt x="78" y="47"/>
                    <a:pt x="78" y="47"/>
                    <a:pt x="78" y="47"/>
                  </a:cubicBezTo>
                  <a:cubicBezTo>
                    <a:pt x="121" y="66"/>
                    <a:pt x="121" y="66"/>
                    <a:pt x="121" y="66"/>
                  </a:cubicBezTo>
                  <a:cubicBezTo>
                    <a:pt x="108" y="107"/>
                    <a:pt x="108" y="107"/>
                    <a:pt x="108" y="107"/>
                  </a:cubicBezTo>
                  <a:cubicBezTo>
                    <a:pt x="7" y="107"/>
                    <a:pt x="7" y="107"/>
                    <a:pt x="7" y="107"/>
                  </a:cubicBezTo>
                  <a:cubicBezTo>
                    <a:pt x="3" y="107"/>
                    <a:pt x="0" y="111"/>
                    <a:pt x="0" y="114"/>
                  </a:cubicBezTo>
                  <a:cubicBezTo>
                    <a:pt x="0" y="118"/>
                    <a:pt x="3" y="122"/>
                    <a:pt x="7" y="122"/>
                  </a:cubicBezTo>
                  <a:cubicBezTo>
                    <a:pt x="113" y="122"/>
                    <a:pt x="113" y="122"/>
                    <a:pt x="113" y="122"/>
                  </a:cubicBezTo>
                  <a:cubicBezTo>
                    <a:pt x="116" y="122"/>
                    <a:pt x="119" y="120"/>
                    <a:pt x="120" y="117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4" y="6"/>
                    <a:pt x="152" y="3"/>
                    <a:pt x="148" y="1"/>
                  </a:cubicBezTo>
                  <a:cubicBezTo>
                    <a:pt x="144" y="0"/>
                    <a:pt x="140" y="2"/>
                    <a:pt x="139" y="6"/>
                  </a:cubicBezTo>
                  <a:cubicBezTo>
                    <a:pt x="131" y="31"/>
                    <a:pt x="131" y="31"/>
                    <a:pt x="131" y="31"/>
                  </a:cubicBezTo>
                  <a:lnTo>
                    <a:pt x="93" y="14"/>
                  </a:lnTo>
                  <a:close/>
                  <a:moveTo>
                    <a:pt x="90" y="49"/>
                  </a:moveTo>
                  <a:cubicBezTo>
                    <a:pt x="82" y="46"/>
                    <a:pt x="82" y="46"/>
                    <a:pt x="82" y="46"/>
                  </a:cubicBezTo>
                  <a:cubicBezTo>
                    <a:pt x="86" y="38"/>
                    <a:pt x="86" y="38"/>
                    <a:pt x="86" y="38"/>
                  </a:cubicBezTo>
                  <a:cubicBezTo>
                    <a:pt x="89" y="41"/>
                    <a:pt x="91" y="45"/>
                    <a:pt x="90" y="49"/>
                  </a:cubicBezTo>
                  <a:close/>
                  <a:moveTo>
                    <a:pt x="91" y="25"/>
                  </a:moveTo>
                  <a:cubicBezTo>
                    <a:pt x="95" y="18"/>
                    <a:pt x="95" y="18"/>
                    <a:pt x="95" y="18"/>
                  </a:cubicBezTo>
                  <a:cubicBezTo>
                    <a:pt x="102" y="21"/>
                    <a:pt x="102" y="21"/>
                    <a:pt x="102" y="21"/>
                  </a:cubicBezTo>
                  <a:cubicBezTo>
                    <a:pt x="100" y="25"/>
                    <a:pt x="96" y="26"/>
                    <a:pt x="91" y="25"/>
                  </a:cubicBezTo>
                  <a:close/>
                  <a:moveTo>
                    <a:pt x="110" y="55"/>
                  </a:moveTo>
                  <a:cubicBezTo>
                    <a:pt x="103" y="53"/>
                    <a:pt x="100" y="45"/>
                    <a:pt x="103" y="38"/>
                  </a:cubicBezTo>
                  <a:cubicBezTo>
                    <a:pt x="106" y="32"/>
                    <a:pt x="114" y="29"/>
                    <a:pt x="120" y="31"/>
                  </a:cubicBezTo>
                  <a:cubicBezTo>
                    <a:pt x="125" y="33"/>
                    <a:pt x="127" y="37"/>
                    <a:pt x="128" y="42"/>
                  </a:cubicBezTo>
                  <a:cubicBezTo>
                    <a:pt x="125" y="52"/>
                    <a:pt x="125" y="52"/>
                    <a:pt x="125" y="52"/>
                  </a:cubicBezTo>
                  <a:cubicBezTo>
                    <a:pt x="121" y="56"/>
                    <a:pt x="115" y="58"/>
                    <a:pt x="110" y="55"/>
                  </a:cubicBezTo>
                  <a:close/>
                  <a:moveTo>
                    <a:pt x="110" y="55"/>
                  </a:moveTo>
                  <a:cubicBezTo>
                    <a:pt x="110" y="55"/>
                    <a:pt x="110" y="55"/>
                    <a:pt x="110" y="55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0C3B688D-781B-CA72-8999-BD75E1B5A2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7388" y="3806825"/>
              <a:ext cx="25400" cy="31750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3" y="1"/>
                </a:cxn>
                <a:cxn ang="0">
                  <a:pos x="11" y="0"/>
                </a:cxn>
                <a:cxn ang="0">
                  <a:pos x="10" y="2"/>
                </a:cxn>
                <a:cxn ang="0">
                  <a:pos x="7" y="2"/>
                </a:cxn>
                <a:cxn ang="0">
                  <a:pos x="4" y="4"/>
                </a:cxn>
                <a:cxn ang="0">
                  <a:pos x="4" y="7"/>
                </a:cxn>
                <a:cxn ang="0">
                  <a:pos x="6" y="9"/>
                </a:cxn>
                <a:cxn ang="0">
                  <a:pos x="7" y="10"/>
                </a:cxn>
                <a:cxn ang="0">
                  <a:pos x="5" y="13"/>
                </a:cxn>
                <a:cxn ang="0">
                  <a:pos x="3" y="12"/>
                </a:cxn>
                <a:cxn ang="0">
                  <a:pos x="2" y="11"/>
                </a:cxn>
                <a:cxn ang="0">
                  <a:pos x="1" y="10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4" y="16"/>
                </a:cxn>
                <a:cxn ang="0">
                  <a:pos x="3" y="18"/>
                </a:cxn>
                <a:cxn ang="0">
                  <a:pos x="5" y="19"/>
                </a:cxn>
                <a:cxn ang="0">
                  <a:pos x="6" y="17"/>
                </a:cxn>
                <a:cxn ang="0">
                  <a:pos x="10" y="17"/>
                </a:cxn>
                <a:cxn ang="0">
                  <a:pos x="12" y="15"/>
                </a:cxn>
                <a:cxn ang="0">
                  <a:pos x="12" y="12"/>
                </a:cxn>
                <a:cxn ang="0">
                  <a:pos x="10" y="9"/>
                </a:cxn>
                <a:cxn ang="0">
                  <a:pos x="10" y="8"/>
                </a:cxn>
                <a:cxn ang="0">
                  <a:pos x="11" y="5"/>
                </a:cxn>
                <a:cxn ang="0">
                  <a:pos x="14" y="7"/>
                </a:cxn>
                <a:cxn ang="0">
                  <a:pos x="14" y="7"/>
                </a:cxn>
                <a:cxn ang="0">
                  <a:pos x="16" y="5"/>
                </a:cxn>
                <a:cxn ang="0">
                  <a:pos x="16" y="5"/>
                </a:cxn>
                <a:cxn ang="0">
                  <a:pos x="12" y="3"/>
                </a:cxn>
                <a:cxn ang="0">
                  <a:pos x="9" y="13"/>
                </a:cxn>
                <a:cxn ang="0">
                  <a:pos x="7" y="14"/>
                </a:cxn>
                <a:cxn ang="0">
                  <a:pos x="8" y="11"/>
                </a:cxn>
                <a:cxn ang="0">
                  <a:pos x="9" y="12"/>
                </a:cxn>
                <a:cxn ang="0">
                  <a:pos x="9" y="13"/>
                </a:cxn>
                <a:cxn ang="0">
                  <a:pos x="8" y="7"/>
                </a:cxn>
                <a:cxn ang="0">
                  <a:pos x="7" y="6"/>
                </a:cxn>
                <a:cxn ang="0">
                  <a:pos x="7" y="5"/>
                </a:cxn>
                <a:cxn ang="0">
                  <a:pos x="8" y="4"/>
                </a:cxn>
                <a:cxn ang="0">
                  <a:pos x="9" y="4"/>
                </a:cxn>
                <a:cxn ang="0">
                  <a:pos x="8" y="7"/>
                </a:cxn>
                <a:cxn ang="0">
                  <a:pos x="8" y="7"/>
                </a:cxn>
                <a:cxn ang="0">
                  <a:pos x="8" y="7"/>
                </a:cxn>
              </a:cxnLst>
              <a:rect l="0" t="0" r="r" b="b"/>
              <a:pathLst>
                <a:path w="16" h="19">
                  <a:moveTo>
                    <a:pt x="12" y="3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1"/>
                    <a:pt x="8" y="1"/>
                    <a:pt x="7" y="2"/>
                  </a:cubicBezTo>
                  <a:cubicBezTo>
                    <a:pt x="6" y="2"/>
                    <a:pt x="5" y="3"/>
                    <a:pt x="4" y="4"/>
                  </a:cubicBezTo>
                  <a:cubicBezTo>
                    <a:pt x="4" y="5"/>
                    <a:pt x="4" y="6"/>
                    <a:pt x="4" y="7"/>
                  </a:cubicBezTo>
                  <a:cubicBezTo>
                    <a:pt x="4" y="7"/>
                    <a:pt x="5" y="8"/>
                    <a:pt x="6" y="9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4" y="13"/>
                    <a:pt x="3" y="12"/>
                  </a:cubicBezTo>
                  <a:cubicBezTo>
                    <a:pt x="3" y="12"/>
                    <a:pt x="2" y="11"/>
                    <a:pt x="2" y="11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4"/>
                    <a:pt x="2" y="15"/>
                    <a:pt x="4" y="16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7" y="17"/>
                    <a:pt x="9" y="17"/>
                    <a:pt x="10" y="17"/>
                  </a:cubicBezTo>
                  <a:cubicBezTo>
                    <a:pt x="11" y="16"/>
                    <a:pt x="12" y="16"/>
                    <a:pt x="12" y="15"/>
                  </a:cubicBezTo>
                  <a:cubicBezTo>
                    <a:pt x="12" y="14"/>
                    <a:pt x="12" y="13"/>
                    <a:pt x="12" y="12"/>
                  </a:cubicBezTo>
                  <a:cubicBezTo>
                    <a:pt x="12" y="11"/>
                    <a:pt x="11" y="10"/>
                    <a:pt x="10" y="9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6"/>
                    <a:pt x="13" y="6"/>
                    <a:pt x="14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5" y="4"/>
                    <a:pt x="13" y="3"/>
                    <a:pt x="12" y="3"/>
                  </a:cubicBezTo>
                  <a:close/>
                  <a:moveTo>
                    <a:pt x="9" y="13"/>
                  </a:moveTo>
                  <a:cubicBezTo>
                    <a:pt x="9" y="14"/>
                    <a:pt x="9" y="14"/>
                    <a:pt x="7" y="14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9" y="13"/>
                    <a:pt x="9" y="13"/>
                    <a:pt x="9" y="13"/>
                  </a:cubicBezTo>
                  <a:close/>
                  <a:moveTo>
                    <a:pt x="8" y="7"/>
                  </a:moveTo>
                  <a:cubicBezTo>
                    <a:pt x="8" y="7"/>
                    <a:pt x="7" y="6"/>
                    <a:pt x="7" y="6"/>
                  </a:cubicBezTo>
                  <a:cubicBezTo>
                    <a:pt x="7" y="6"/>
                    <a:pt x="7" y="5"/>
                    <a:pt x="7" y="5"/>
                  </a:cubicBezTo>
                  <a:cubicBezTo>
                    <a:pt x="7" y="5"/>
                    <a:pt x="8" y="4"/>
                    <a:pt x="8" y="4"/>
                  </a:cubicBezTo>
                  <a:cubicBezTo>
                    <a:pt x="8" y="4"/>
                    <a:pt x="9" y="4"/>
                    <a:pt x="9" y="4"/>
                  </a:cubicBezTo>
                  <a:lnTo>
                    <a:pt x="8" y="7"/>
                  </a:lnTo>
                  <a:close/>
                  <a:moveTo>
                    <a:pt x="8" y="7"/>
                  </a:moveTo>
                  <a:cubicBezTo>
                    <a:pt x="8" y="7"/>
                    <a:pt x="8" y="7"/>
                    <a:pt x="8" y="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33">
              <a:extLst>
                <a:ext uri="{FF2B5EF4-FFF2-40B4-BE49-F238E27FC236}">
                  <a16:creationId xmlns:a16="http://schemas.microsoft.com/office/drawing/2014/main" id="{443764BF-E5B7-DCB2-7998-344CB077CE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5313" y="3703638"/>
              <a:ext cx="136525" cy="71437"/>
            </a:xfrm>
            <a:custGeom>
              <a:avLst/>
              <a:gdLst/>
              <a:ahLst/>
              <a:cxnLst>
                <a:cxn ang="0">
                  <a:pos x="82" y="11"/>
                </a:cxn>
                <a:cxn ang="0">
                  <a:pos x="14" y="0"/>
                </a:cxn>
                <a:cxn ang="0">
                  <a:pos x="0" y="32"/>
                </a:cxn>
                <a:cxn ang="0">
                  <a:pos x="68" y="43"/>
                </a:cxn>
                <a:cxn ang="0">
                  <a:pos x="82" y="11"/>
                </a:cxn>
                <a:cxn ang="0">
                  <a:pos x="69" y="12"/>
                </a:cxn>
                <a:cxn ang="0">
                  <a:pos x="77" y="13"/>
                </a:cxn>
                <a:cxn ang="0">
                  <a:pos x="74" y="20"/>
                </a:cxn>
                <a:cxn ang="0">
                  <a:pos x="69" y="12"/>
                </a:cxn>
                <a:cxn ang="0">
                  <a:pos x="13" y="31"/>
                </a:cxn>
                <a:cxn ang="0">
                  <a:pos x="5" y="30"/>
                </a:cxn>
                <a:cxn ang="0">
                  <a:pos x="8" y="23"/>
                </a:cxn>
                <a:cxn ang="0">
                  <a:pos x="13" y="31"/>
                </a:cxn>
                <a:cxn ang="0">
                  <a:pos x="13" y="10"/>
                </a:cxn>
                <a:cxn ang="0">
                  <a:pos x="16" y="3"/>
                </a:cxn>
                <a:cxn ang="0">
                  <a:pos x="24" y="4"/>
                </a:cxn>
                <a:cxn ang="0">
                  <a:pos x="13" y="10"/>
                </a:cxn>
                <a:cxn ang="0">
                  <a:pos x="55" y="23"/>
                </a:cxn>
                <a:cxn ang="0">
                  <a:pos x="36" y="33"/>
                </a:cxn>
                <a:cxn ang="0">
                  <a:pos x="27" y="19"/>
                </a:cxn>
                <a:cxn ang="0">
                  <a:pos x="46" y="10"/>
                </a:cxn>
                <a:cxn ang="0">
                  <a:pos x="55" y="23"/>
                </a:cxn>
                <a:cxn ang="0">
                  <a:pos x="58" y="38"/>
                </a:cxn>
                <a:cxn ang="0">
                  <a:pos x="69" y="33"/>
                </a:cxn>
                <a:cxn ang="0">
                  <a:pos x="66" y="40"/>
                </a:cxn>
                <a:cxn ang="0">
                  <a:pos x="58" y="38"/>
                </a:cxn>
                <a:cxn ang="0">
                  <a:pos x="58" y="38"/>
                </a:cxn>
                <a:cxn ang="0">
                  <a:pos x="58" y="38"/>
                </a:cxn>
              </a:cxnLst>
              <a:rect l="0" t="0" r="r" b="b"/>
              <a:pathLst>
                <a:path w="82" h="43">
                  <a:moveTo>
                    <a:pt x="82" y="11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68" y="43"/>
                    <a:pt x="68" y="43"/>
                    <a:pt x="68" y="43"/>
                  </a:cubicBezTo>
                  <a:lnTo>
                    <a:pt x="82" y="11"/>
                  </a:lnTo>
                  <a:close/>
                  <a:moveTo>
                    <a:pt x="69" y="12"/>
                  </a:moveTo>
                  <a:cubicBezTo>
                    <a:pt x="77" y="13"/>
                    <a:pt x="77" y="13"/>
                    <a:pt x="77" y="13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0" y="19"/>
                    <a:pt x="68" y="15"/>
                    <a:pt x="69" y="12"/>
                  </a:cubicBezTo>
                  <a:close/>
                  <a:moveTo>
                    <a:pt x="13" y="31"/>
                  </a:moveTo>
                  <a:cubicBezTo>
                    <a:pt x="5" y="30"/>
                    <a:pt x="5" y="30"/>
                    <a:pt x="5" y="30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2" y="24"/>
                    <a:pt x="14" y="27"/>
                    <a:pt x="13" y="31"/>
                  </a:cubicBezTo>
                  <a:close/>
                  <a:moveTo>
                    <a:pt x="13" y="10"/>
                  </a:moveTo>
                  <a:cubicBezTo>
                    <a:pt x="16" y="3"/>
                    <a:pt x="16" y="3"/>
                    <a:pt x="16" y="3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2" y="8"/>
                    <a:pt x="18" y="10"/>
                    <a:pt x="13" y="10"/>
                  </a:cubicBezTo>
                  <a:close/>
                  <a:moveTo>
                    <a:pt x="55" y="23"/>
                  </a:moveTo>
                  <a:cubicBezTo>
                    <a:pt x="52" y="30"/>
                    <a:pt x="44" y="34"/>
                    <a:pt x="36" y="33"/>
                  </a:cubicBezTo>
                  <a:cubicBezTo>
                    <a:pt x="28" y="31"/>
                    <a:pt x="24" y="25"/>
                    <a:pt x="27" y="19"/>
                  </a:cubicBezTo>
                  <a:cubicBezTo>
                    <a:pt x="30" y="13"/>
                    <a:pt x="38" y="8"/>
                    <a:pt x="46" y="10"/>
                  </a:cubicBezTo>
                  <a:cubicBezTo>
                    <a:pt x="54" y="11"/>
                    <a:pt x="58" y="17"/>
                    <a:pt x="55" y="23"/>
                  </a:cubicBezTo>
                  <a:close/>
                  <a:moveTo>
                    <a:pt x="58" y="38"/>
                  </a:moveTo>
                  <a:cubicBezTo>
                    <a:pt x="60" y="35"/>
                    <a:pt x="64" y="32"/>
                    <a:pt x="69" y="33"/>
                  </a:cubicBezTo>
                  <a:cubicBezTo>
                    <a:pt x="66" y="40"/>
                    <a:pt x="66" y="40"/>
                    <a:pt x="66" y="40"/>
                  </a:cubicBezTo>
                  <a:lnTo>
                    <a:pt x="58" y="38"/>
                  </a:lnTo>
                  <a:close/>
                  <a:moveTo>
                    <a:pt x="58" y="38"/>
                  </a:moveTo>
                  <a:cubicBezTo>
                    <a:pt x="58" y="38"/>
                    <a:pt x="58" y="38"/>
                    <a:pt x="58" y="38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34">
              <a:extLst>
                <a:ext uri="{FF2B5EF4-FFF2-40B4-BE49-F238E27FC236}">
                  <a16:creationId xmlns:a16="http://schemas.microsoft.com/office/drawing/2014/main" id="{9707B3F9-CFAB-DF8F-D275-EE10A3E9E2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29288" y="3724275"/>
              <a:ext cx="28575" cy="30162"/>
            </a:xfrm>
            <a:custGeom>
              <a:avLst/>
              <a:gdLst/>
              <a:ahLst/>
              <a:cxnLst>
                <a:cxn ang="0">
                  <a:pos x="13" y="2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7" y="3"/>
                </a:cxn>
                <a:cxn ang="0">
                  <a:pos x="4" y="5"/>
                </a:cxn>
                <a:cxn ang="0">
                  <a:pos x="4" y="7"/>
                </a:cxn>
                <a:cxn ang="0">
                  <a:pos x="7" y="9"/>
                </a:cxn>
                <a:cxn ang="0">
                  <a:pos x="8" y="10"/>
                </a:cxn>
                <a:cxn ang="0">
                  <a:pos x="6" y="13"/>
                </a:cxn>
                <a:cxn ang="0">
                  <a:pos x="4" y="13"/>
                </a:cxn>
                <a:cxn ang="0">
                  <a:pos x="2" y="11"/>
                </a:cxn>
                <a:cxn ang="0">
                  <a:pos x="2" y="11"/>
                </a:cxn>
                <a:cxn ang="0">
                  <a:pos x="0" y="14"/>
                </a:cxn>
                <a:cxn ang="0">
                  <a:pos x="1" y="14"/>
                </a:cxn>
                <a:cxn ang="0">
                  <a:pos x="5" y="16"/>
                </a:cxn>
                <a:cxn ang="0">
                  <a:pos x="4" y="18"/>
                </a:cxn>
                <a:cxn ang="0">
                  <a:pos x="6" y="18"/>
                </a:cxn>
                <a:cxn ang="0">
                  <a:pos x="7" y="16"/>
                </a:cxn>
                <a:cxn ang="0">
                  <a:pos x="12" y="15"/>
                </a:cxn>
                <a:cxn ang="0">
                  <a:pos x="14" y="13"/>
                </a:cxn>
                <a:cxn ang="0">
                  <a:pos x="14" y="11"/>
                </a:cxn>
                <a:cxn ang="0">
                  <a:pos x="11" y="8"/>
                </a:cxn>
                <a:cxn ang="0">
                  <a:pos x="11" y="8"/>
                </a:cxn>
                <a:cxn ang="0">
                  <a:pos x="12" y="5"/>
                </a:cxn>
                <a:cxn ang="0">
                  <a:pos x="15" y="6"/>
                </a:cxn>
                <a:cxn ang="0">
                  <a:pos x="15" y="6"/>
                </a:cxn>
                <a:cxn ang="0">
                  <a:pos x="18" y="4"/>
                </a:cxn>
                <a:cxn ang="0">
                  <a:pos x="17" y="4"/>
                </a:cxn>
                <a:cxn ang="0">
                  <a:pos x="13" y="2"/>
                </a:cxn>
                <a:cxn ang="0">
                  <a:pos x="8" y="5"/>
                </a:cxn>
                <a:cxn ang="0">
                  <a:pos x="9" y="5"/>
                </a:cxn>
                <a:cxn ang="0">
                  <a:pos x="10" y="5"/>
                </a:cxn>
                <a:cxn ang="0">
                  <a:pos x="9" y="7"/>
                </a:cxn>
                <a:cxn ang="0">
                  <a:pos x="8" y="6"/>
                </a:cxn>
                <a:cxn ang="0">
                  <a:pos x="8" y="5"/>
                </a:cxn>
                <a:cxn ang="0">
                  <a:pos x="8" y="13"/>
                </a:cxn>
                <a:cxn ang="0">
                  <a:pos x="9" y="11"/>
                </a:cxn>
                <a:cxn ang="0">
                  <a:pos x="10" y="12"/>
                </a:cxn>
                <a:cxn ang="0">
                  <a:pos x="10" y="12"/>
                </a:cxn>
                <a:cxn ang="0">
                  <a:pos x="8" y="13"/>
                </a:cxn>
                <a:cxn ang="0">
                  <a:pos x="8" y="13"/>
                </a:cxn>
                <a:cxn ang="0">
                  <a:pos x="8" y="13"/>
                </a:cxn>
              </a:cxnLst>
              <a:rect l="0" t="0" r="r" b="b"/>
              <a:pathLst>
                <a:path w="18" h="18">
                  <a:moveTo>
                    <a:pt x="13" y="2"/>
                  </a:moveTo>
                  <a:cubicBezTo>
                    <a:pt x="14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9" y="2"/>
                    <a:pt x="8" y="2"/>
                    <a:pt x="7" y="3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4" y="6"/>
                    <a:pt x="4" y="7"/>
                    <a:pt x="4" y="7"/>
                  </a:cubicBezTo>
                  <a:cubicBezTo>
                    <a:pt x="5" y="8"/>
                    <a:pt x="6" y="9"/>
                    <a:pt x="7" y="9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3"/>
                    <a:pt x="5" y="13"/>
                    <a:pt x="4" y="13"/>
                  </a:cubicBezTo>
                  <a:cubicBezTo>
                    <a:pt x="3" y="12"/>
                    <a:pt x="2" y="12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2" y="15"/>
                    <a:pt x="3" y="15"/>
                    <a:pt x="5" y="16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9" y="16"/>
                    <a:pt x="10" y="16"/>
                    <a:pt x="12" y="15"/>
                  </a:cubicBezTo>
                  <a:cubicBezTo>
                    <a:pt x="13" y="15"/>
                    <a:pt x="14" y="14"/>
                    <a:pt x="14" y="13"/>
                  </a:cubicBezTo>
                  <a:cubicBezTo>
                    <a:pt x="14" y="12"/>
                    <a:pt x="14" y="11"/>
                    <a:pt x="14" y="11"/>
                  </a:cubicBezTo>
                  <a:cubicBezTo>
                    <a:pt x="14" y="10"/>
                    <a:pt x="13" y="9"/>
                    <a:pt x="11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3" y="5"/>
                    <a:pt x="14" y="6"/>
                    <a:pt x="15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6" y="3"/>
                    <a:pt x="15" y="3"/>
                    <a:pt x="13" y="2"/>
                  </a:cubicBezTo>
                  <a:close/>
                  <a:moveTo>
                    <a:pt x="8" y="5"/>
                  </a:moveTo>
                  <a:cubicBezTo>
                    <a:pt x="8" y="5"/>
                    <a:pt x="8" y="5"/>
                    <a:pt x="9" y="5"/>
                  </a:cubicBezTo>
                  <a:cubicBezTo>
                    <a:pt x="9" y="5"/>
                    <a:pt x="9" y="5"/>
                    <a:pt x="10" y="5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7"/>
                    <a:pt x="8" y="6"/>
                    <a:pt x="8" y="6"/>
                  </a:cubicBezTo>
                  <a:cubicBezTo>
                    <a:pt x="8" y="6"/>
                    <a:pt x="8" y="6"/>
                    <a:pt x="8" y="5"/>
                  </a:cubicBezTo>
                  <a:close/>
                  <a:moveTo>
                    <a:pt x="8" y="13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10" y="11"/>
                    <a:pt x="10" y="11"/>
                    <a:pt x="10" y="12"/>
                  </a:cubicBezTo>
                  <a:cubicBezTo>
                    <a:pt x="11" y="12"/>
                    <a:pt x="11" y="12"/>
                    <a:pt x="10" y="12"/>
                  </a:cubicBezTo>
                  <a:cubicBezTo>
                    <a:pt x="10" y="13"/>
                    <a:pt x="10" y="13"/>
                    <a:pt x="8" y="13"/>
                  </a:cubicBezTo>
                  <a:close/>
                  <a:moveTo>
                    <a:pt x="8" y="13"/>
                  </a:moveTo>
                  <a:cubicBezTo>
                    <a:pt x="8" y="13"/>
                    <a:pt x="8" y="13"/>
                    <a:pt x="8" y="1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35">
              <a:extLst>
                <a:ext uri="{FF2B5EF4-FFF2-40B4-BE49-F238E27FC236}">
                  <a16:creationId xmlns:a16="http://schemas.microsoft.com/office/drawing/2014/main" id="{D932C35A-A897-390F-0907-34DFA1C04E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84825" y="3732213"/>
              <a:ext cx="120650" cy="139700"/>
            </a:xfrm>
            <a:custGeom>
              <a:avLst/>
              <a:gdLst/>
              <a:ahLst/>
              <a:cxnLst>
                <a:cxn ang="0">
                  <a:pos x="73" y="49"/>
                </a:cxn>
                <a:cxn ang="0">
                  <a:pos x="16" y="0"/>
                </a:cxn>
                <a:cxn ang="0">
                  <a:pos x="0" y="36"/>
                </a:cxn>
                <a:cxn ang="0">
                  <a:pos x="57" y="84"/>
                </a:cxn>
                <a:cxn ang="0">
                  <a:pos x="73" y="49"/>
                </a:cxn>
                <a:cxn ang="0">
                  <a:pos x="62" y="43"/>
                </a:cxn>
                <a:cxn ang="0">
                  <a:pos x="69" y="50"/>
                </a:cxn>
                <a:cxn ang="0">
                  <a:pos x="65" y="57"/>
                </a:cxn>
                <a:cxn ang="0">
                  <a:pos x="62" y="43"/>
                </a:cxn>
                <a:cxn ang="0">
                  <a:pos x="11" y="41"/>
                </a:cxn>
                <a:cxn ang="0">
                  <a:pos x="4" y="35"/>
                </a:cxn>
                <a:cxn ang="0">
                  <a:pos x="8" y="27"/>
                </a:cxn>
                <a:cxn ang="0">
                  <a:pos x="11" y="41"/>
                </a:cxn>
                <a:cxn ang="0">
                  <a:pos x="14" y="13"/>
                </a:cxn>
                <a:cxn ang="0">
                  <a:pos x="17" y="6"/>
                </a:cxn>
                <a:cxn ang="0">
                  <a:pos x="24" y="12"/>
                </a:cxn>
                <a:cxn ang="0">
                  <a:pos x="14" y="13"/>
                </a:cxn>
                <a:cxn ang="0">
                  <a:pos x="31" y="55"/>
                </a:cxn>
                <a:cxn ang="0">
                  <a:pos x="25" y="32"/>
                </a:cxn>
                <a:cxn ang="0">
                  <a:pos x="42" y="30"/>
                </a:cxn>
                <a:cxn ang="0">
                  <a:pos x="48" y="52"/>
                </a:cxn>
                <a:cxn ang="0">
                  <a:pos x="31" y="55"/>
                </a:cxn>
                <a:cxn ang="0">
                  <a:pos x="49" y="73"/>
                </a:cxn>
                <a:cxn ang="0">
                  <a:pos x="59" y="71"/>
                </a:cxn>
                <a:cxn ang="0">
                  <a:pos x="56" y="79"/>
                </a:cxn>
                <a:cxn ang="0">
                  <a:pos x="49" y="73"/>
                </a:cxn>
                <a:cxn ang="0">
                  <a:pos x="49" y="73"/>
                </a:cxn>
                <a:cxn ang="0">
                  <a:pos x="49" y="73"/>
                </a:cxn>
              </a:cxnLst>
              <a:rect l="0" t="0" r="r" b="b"/>
              <a:pathLst>
                <a:path w="73" h="84">
                  <a:moveTo>
                    <a:pt x="73" y="49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7" y="84"/>
                    <a:pt x="57" y="84"/>
                    <a:pt x="57" y="84"/>
                  </a:cubicBezTo>
                  <a:lnTo>
                    <a:pt x="73" y="49"/>
                  </a:lnTo>
                  <a:close/>
                  <a:moveTo>
                    <a:pt x="62" y="43"/>
                  </a:moveTo>
                  <a:cubicBezTo>
                    <a:pt x="69" y="50"/>
                    <a:pt x="69" y="50"/>
                    <a:pt x="69" y="50"/>
                  </a:cubicBezTo>
                  <a:cubicBezTo>
                    <a:pt x="65" y="57"/>
                    <a:pt x="65" y="57"/>
                    <a:pt x="65" y="57"/>
                  </a:cubicBezTo>
                  <a:cubicBezTo>
                    <a:pt x="62" y="53"/>
                    <a:pt x="60" y="48"/>
                    <a:pt x="62" y="43"/>
                  </a:cubicBezTo>
                  <a:close/>
                  <a:moveTo>
                    <a:pt x="11" y="41"/>
                  </a:moveTo>
                  <a:cubicBezTo>
                    <a:pt x="4" y="35"/>
                    <a:pt x="4" y="35"/>
                    <a:pt x="4" y="35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11" y="31"/>
                    <a:pt x="12" y="37"/>
                    <a:pt x="11" y="41"/>
                  </a:cubicBezTo>
                  <a:close/>
                  <a:moveTo>
                    <a:pt x="14" y="13"/>
                  </a:moveTo>
                  <a:cubicBezTo>
                    <a:pt x="17" y="6"/>
                    <a:pt x="17" y="6"/>
                    <a:pt x="17" y="6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2" y="15"/>
                    <a:pt x="18" y="16"/>
                    <a:pt x="14" y="13"/>
                  </a:cubicBezTo>
                  <a:close/>
                  <a:moveTo>
                    <a:pt x="31" y="55"/>
                  </a:moveTo>
                  <a:cubicBezTo>
                    <a:pt x="24" y="49"/>
                    <a:pt x="22" y="39"/>
                    <a:pt x="25" y="32"/>
                  </a:cubicBezTo>
                  <a:cubicBezTo>
                    <a:pt x="28" y="25"/>
                    <a:pt x="36" y="24"/>
                    <a:pt x="42" y="30"/>
                  </a:cubicBezTo>
                  <a:cubicBezTo>
                    <a:pt x="48" y="35"/>
                    <a:pt x="51" y="45"/>
                    <a:pt x="48" y="52"/>
                  </a:cubicBezTo>
                  <a:cubicBezTo>
                    <a:pt x="45" y="59"/>
                    <a:pt x="37" y="60"/>
                    <a:pt x="31" y="55"/>
                  </a:cubicBezTo>
                  <a:close/>
                  <a:moveTo>
                    <a:pt x="49" y="73"/>
                  </a:moveTo>
                  <a:cubicBezTo>
                    <a:pt x="51" y="69"/>
                    <a:pt x="55" y="69"/>
                    <a:pt x="59" y="71"/>
                  </a:cubicBezTo>
                  <a:cubicBezTo>
                    <a:pt x="56" y="79"/>
                    <a:pt x="56" y="79"/>
                    <a:pt x="56" y="79"/>
                  </a:cubicBezTo>
                  <a:lnTo>
                    <a:pt x="49" y="73"/>
                  </a:lnTo>
                  <a:close/>
                  <a:moveTo>
                    <a:pt x="49" y="73"/>
                  </a:moveTo>
                  <a:cubicBezTo>
                    <a:pt x="49" y="73"/>
                    <a:pt x="49" y="73"/>
                    <a:pt x="49" y="73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36">
              <a:extLst>
                <a:ext uri="{FF2B5EF4-FFF2-40B4-BE49-F238E27FC236}">
                  <a16:creationId xmlns:a16="http://schemas.microsoft.com/office/drawing/2014/main" id="{B43C04D8-58DA-8361-B7ED-410BA1D448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0863" y="3784600"/>
              <a:ext cx="26988" cy="34925"/>
            </a:xfrm>
            <a:custGeom>
              <a:avLst/>
              <a:gdLst/>
              <a:ahLst/>
              <a:cxnLst>
                <a:cxn ang="0">
                  <a:pos x="13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6"/>
                </a:cxn>
                <a:cxn ang="0">
                  <a:pos x="6" y="9"/>
                </a:cxn>
                <a:cxn ang="0">
                  <a:pos x="7" y="10"/>
                </a:cxn>
                <a:cxn ang="0">
                  <a:pos x="5" y="14"/>
                </a:cxn>
                <a:cxn ang="0">
                  <a:pos x="4" y="12"/>
                </a:cxn>
                <a:cxn ang="0">
                  <a:pos x="2" y="10"/>
                </a:cxn>
                <a:cxn ang="0">
                  <a:pos x="2" y="9"/>
                </a:cxn>
                <a:cxn ang="0">
                  <a:pos x="0" y="12"/>
                </a:cxn>
                <a:cxn ang="0">
                  <a:pos x="1" y="12"/>
                </a:cxn>
                <a:cxn ang="0">
                  <a:pos x="4" y="17"/>
                </a:cxn>
                <a:cxn ang="0">
                  <a:pos x="3" y="19"/>
                </a:cxn>
                <a:cxn ang="0">
                  <a:pos x="5" y="21"/>
                </a:cxn>
                <a:cxn ang="0">
                  <a:pos x="6" y="18"/>
                </a:cxn>
                <a:cxn ang="0">
                  <a:pos x="10" y="19"/>
                </a:cxn>
                <a:cxn ang="0">
                  <a:pos x="12" y="18"/>
                </a:cxn>
                <a:cxn ang="0">
                  <a:pos x="12" y="15"/>
                </a:cxn>
                <a:cxn ang="0">
                  <a:pos x="10" y="10"/>
                </a:cxn>
                <a:cxn ang="0">
                  <a:pos x="10" y="10"/>
                </a:cxn>
                <a:cxn ang="0">
                  <a:pos x="12" y="6"/>
                </a:cxn>
                <a:cxn ang="0">
                  <a:pos x="14" y="9"/>
                </a:cxn>
                <a:cxn ang="0">
                  <a:pos x="14" y="10"/>
                </a:cxn>
                <a:cxn ang="0">
                  <a:pos x="16" y="8"/>
                </a:cxn>
                <a:cxn ang="0">
                  <a:pos x="16" y="7"/>
                </a:cxn>
                <a:cxn ang="0">
                  <a:pos x="13" y="3"/>
                </a:cxn>
                <a:cxn ang="0">
                  <a:pos x="9" y="15"/>
                </a:cxn>
                <a:cxn ang="0">
                  <a:pos x="7" y="15"/>
                </a:cxn>
                <a:cxn ang="0">
                  <a:pos x="9" y="13"/>
                </a:cxn>
                <a:cxn ang="0">
                  <a:pos x="9" y="14"/>
                </a:cxn>
                <a:cxn ang="0">
                  <a:pos x="9" y="15"/>
                </a:cxn>
                <a:cxn ang="0">
                  <a:pos x="8" y="7"/>
                </a:cxn>
                <a:cxn ang="0">
                  <a:pos x="8" y="6"/>
                </a:cxn>
                <a:cxn ang="0">
                  <a:pos x="8" y="5"/>
                </a:cxn>
                <a:cxn ang="0">
                  <a:pos x="9" y="4"/>
                </a:cxn>
                <a:cxn ang="0">
                  <a:pos x="10" y="4"/>
                </a:cxn>
                <a:cxn ang="0">
                  <a:pos x="8" y="7"/>
                </a:cxn>
                <a:cxn ang="0">
                  <a:pos x="8" y="7"/>
                </a:cxn>
                <a:cxn ang="0">
                  <a:pos x="8" y="7"/>
                </a:cxn>
              </a:cxnLst>
              <a:rect l="0" t="0" r="r" b="b"/>
              <a:pathLst>
                <a:path w="16" h="21">
                  <a:moveTo>
                    <a:pt x="13" y="3"/>
                  </a:moveTo>
                  <a:cubicBezTo>
                    <a:pt x="14" y="1"/>
                    <a:pt x="14" y="1"/>
                    <a:pt x="14" y="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0" y="1"/>
                    <a:pt x="8" y="0"/>
                    <a:pt x="7" y="1"/>
                  </a:cubicBezTo>
                  <a:cubicBezTo>
                    <a:pt x="6" y="1"/>
                    <a:pt x="5" y="1"/>
                    <a:pt x="5" y="2"/>
                  </a:cubicBezTo>
                  <a:cubicBezTo>
                    <a:pt x="5" y="3"/>
                    <a:pt x="4" y="4"/>
                    <a:pt x="5" y="6"/>
                  </a:cubicBezTo>
                  <a:cubicBezTo>
                    <a:pt x="5" y="7"/>
                    <a:pt x="6" y="8"/>
                    <a:pt x="6" y="9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4" y="13"/>
                    <a:pt x="4" y="12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3" y="15"/>
                    <a:pt x="4" y="17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8" y="19"/>
                    <a:pt x="9" y="20"/>
                    <a:pt x="10" y="19"/>
                  </a:cubicBezTo>
                  <a:cubicBezTo>
                    <a:pt x="11" y="19"/>
                    <a:pt x="12" y="19"/>
                    <a:pt x="12" y="18"/>
                  </a:cubicBezTo>
                  <a:cubicBezTo>
                    <a:pt x="13" y="17"/>
                    <a:pt x="13" y="16"/>
                    <a:pt x="12" y="15"/>
                  </a:cubicBezTo>
                  <a:cubicBezTo>
                    <a:pt x="12" y="13"/>
                    <a:pt x="12" y="12"/>
                    <a:pt x="10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7"/>
                    <a:pt x="13" y="8"/>
                    <a:pt x="14" y="9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5" y="6"/>
                    <a:pt x="14" y="5"/>
                    <a:pt x="13" y="3"/>
                  </a:cubicBezTo>
                  <a:close/>
                  <a:moveTo>
                    <a:pt x="9" y="15"/>
                  </a:moveTo>
                  <a:cubicBezTo>
                    <a:pt x="9" y="16"/>
                    <a:pt x="9" y="16"/>
                    <a:pt x="7" y="15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9" y="13"/>
                    <a:pt x="9" y="14"/>
                    <a:pt x="9" y="14"/>
                  </a:cubicBezTo>
                  <a:cubicBezTo>
                    <a:pt x="9" y="15"/>
                    <a:pt x="9" y="15"/>
                    <a:pt x="9" y="15"/>
                  </a:cubicBezTo>
                  <a:close/>
                  <a:moveTo>
                    <a:pt x="8" y="7"/>
                  </a:moveTo>
                  <a:cubicBezTo>
                    <a:pt x="8" y="7"/>
                    <a:pt x="8" y="6"/>
                    <a:pt x="8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8" y="4"/>
                    <a:pt x="9" y="4"/>
                  </a:cubicBezTo>
                  <a:cubicBezTo>
                    <a:pt x="9" y="4"/>
                    <a:pt x="9" y="4"/>
                    <a:pt x="10" y="4"/>
                  </a:cubicBezTo>
                  <a:lnTo>
                    <a:pt x="8" y="7"/>
                  </a:lnTo>
                  <a:close/>
                  <a:moveTo>
                    <a:pt x="8" y="7"/>
                  </a:moveTo>
                  <a:cubicBezTo>
                    <a:pt x="8" y="7"/>
                    <a:pt x="8" y="7"/>
                    <a:pt x="8" y="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F305225-F4BF-08B1-4490-AAE71D37095F}"/>
              </a:ext>
            </a:extLst>
          </p:cNvPr>
          <p:cNvSpPr txBox="1"/>
          <p:nvPr/>
        </p:nvSpPr>
        <p:spPr>
          <a:xfrm>
            <a:off x="4886062" y="2377573"/>
            <a:ext cx="7180453" cy="4443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1031626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62626">
                    <a:lumMod val="50000"/>
                    <a:lumOff val="50000"/>
                  </a:srgbClr>
                </a:solidFill>
                <a:latin typeface="Roboto Condensed"/>
              </a:rPr>
              <a:t>Cache embedding results for repeated queries</a:t>
            </a:r>
          </a:p>
          <a:p>
            <a:pPr marL="285750" indent="-285750" defTabSz="1031626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62626">
                    <a:lumMod val="50000"/>
                    <a:lumOff val="50000"/>
                  </a:srgbClr>
                </a:solidFill>
                <a:latin typeface="Roboto Condensed"/>
              </a:rPr>
              <a:t> Implement schema chunking + vector DB</a:t>
            </a:r>
          </a:p>
          <a:p>
            <a:pPr marL="285750" indent="-285750" defTabSz="1031626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62626">
                    <a:lumMod val="50000"/>
                    <a:lumOff val="50000"/>
                  </a:srgbClr>
                </a:solidFill>
                <a:latin typeface="Roboto Condensed"/>
              </a:rPr>
              <a:t>Identify the less-used/ non-relevant  columns</a:t>
            </a:r>
          </a:p>
          <a:p>
            <a:pPr marL="285750" indent="-285750" defTabSz="1031626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62626">
                    <a:lumMod val="50000"/>
                    <a:lumOff val="50000"/>
                  </a:srgbClr>
                </a:solidFill>
                <a:latin typeface="Roboto Condensed"/>
              </a:rPr>
              <a:t>Remove duplicates before sending to LLM and Flatten relations</a:t>
            </a:r>
          </a:p>
          <a:p>
            <a:pPr marL="285750" indent="-285750" defTabSz="1031626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62626">
                    <a:lumMod val="50000"/>
                    <a:lumOff val="50000"/>
                  </a:srgbClr>
                </a:solidFill>
                <a:latin typeface="Roboto Condensed"/>
              </a:rPr>
              <a:t>Create Compact Json instead of Text for Schema data</a:t>
            </a:r>
            <a:endParaRPr lang="en-US" dirty="0">
              <a:solidFill>
                <a:srgbClr val="262626">
                  <a:lumMod val="65000"/>
                  <a:lumOff val="35000"/>
                </a:srgbClr>
              </a:solidFill>
              <a:latin typeface="Roboto Condensed"/>
            </a:endParaRPr>
          </a:p>
          <a:p>
            <a:pPr marL="285750" indent="-285750" defTabSz="1031626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>
              <a:solidFill>
                <a:srgbClr val="262626">
                  <a:lumMod val="65000"/>
                  <a:lumOff val="35000"/>
                </a:srgbClr>
              </a:solidFill>
              <a:latin typeface="Roboto Condensed"/>
            </a:endParaRPr>
          </a:p>
          <a:p>
            <a:pPr marL="285750" indent="-285750" defTabSz="1031626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>
              <a:solidFill>
                <a:srgbClr val="262626">
                  <a:lumMod val="65000"/>
                  <a:lumOff val="35000"/>
                </a:srgbClr>
              </a:solidFill>
              <a:latin typeface="Roboto Condensed"/>
            </a:endParaRPr>
          </a:p>
          <a:p>
            <a:pPr marL="285750" indent="-285750" defTabSz="1031626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>
              <a:solidFill>
                <a:srgbClr val="262626">
                  <a:lumMod val="65000"/>
                  <a:lumOff val="35000"/>
                </a:srgbClr>
              </a:solidFill>
              <a:latin typeface="Roboto Condensed"/>
            </a:endParaRPr>
          </a:p>
        </p:txBody>
      </p:sp>
      <p:sp>
        <p:nvSpPr>
          <p:cNvPr id="74" name="Title 36">
            <a:extLst>
              <a:ext uri="{FF2B5EF4-FFF2-40B4-BE49-F238E27FC236}">
                <a16:creationId xmlns:a16="http://schemas.microsoft.com/office/drawing/2014/main" id="{55EA9E6B-B219-7EC0-664A-7F1E804FE1EE}"/>
              </a:ext>
            </a:extLst>
          </p:cNvPr>
          <p:cNvSpPr txBox="1">
            <a:spLocks/>
          </p:cNvSpPr>
          <p:nvPr/>
        </p:nvSpPr>
        <p:spPr>
          <a:xfrm>
            <a:off x="4079112" y="1394634"/>
            <a:ext cx="5638800" cy="353524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000" b="1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62626">
                    <a:lumMod val="50000"/>
                    <a:lumOff val="50000"/>
                  </a:srgbClr>
                </a:solidFill>
                <a:effectLst/>
                <a:uLnTx/>
                <a:uFillTx/>
                <a:latin typeface="Roboto Medium"/>
                <a:ea typeface="+mj-ea"/>
              </a:rPr>
              <a:t>Cost Optimization Planned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77C5E95-E2F8-FF66-9127-F1B49CF9743D}"/>
              </a:ext>
            </a:extLst>
          </p:cNvPr>
          <p:cNvSpPr txBox="1"/>
          <p:nvPr/>
        </p:nvSpPr>
        <p:spPr>
          <a:xfrm>
            <a:off x="4566978" y="8124432"/>
            <a:ext cx="11300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90000"/>
                  </a:schemeClr>
                </a:solidFill>
              </a:rPr>
              <a:t>Optimizations will reduce the Token cost by ~60%</a:t>
            </a:r>
            <a:endParaRPr lang="en-IN" i="1" dirty="0">
              <a:solidFill>
                <a:schemeClr val="bg2">
                  <a:lumMod val="90000"/>
                </a:schemeClr>
              </a:solidFill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CBF42DF-CE46-364C-FCA3-EAAE8EF54575}"/>
              </a:ext>
            </a:extLst>
          </p:cNvPr>
          <p:cNvGrpSpPr/>
          <p:nvPr/>
        </p:nvGrpSpPr>
        <p:grpSpPr>
          <a:xfrm>
            <a:off x="919710" y="6225977"/>
            <a:ext cx="14214397" cy="1322019"/>
            <a:chOff x="908134" y="5154921"/>
            <a:chExt cx="14214397" cy="1322019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5BF28612-35D0-F7C8-1691-ECE445259648}"/>
                </a:ext>
              </a:extLst>
            </p:cNvPr>
            <p:cNvGrpSpPr/>
            <p:nvPr/>
          </p:nvGrpSpPr>
          <p:grpSpPr>
            <a:xfrm>
              <a:off x="908134" y="5154921"/>
              <a:ext cx="14214397" cy="1322019"/>
              <a:chOff x="688217" y="1591372"/>
              <a:chExt cx="14214397" cy="1322019"/>
            </a:xfrm>
          </p:grpSpPr>
          <p:sp>
            <p:nvSpPr>
              <p:cNvPr id="80" name="Rounded Rectangle 47">
                <a:extLst>
                  <a:ext uri="{FF2B5EF4-FFF2-40B4-BE49-F238E27FC236}">
                    <a16:creationId xmlns:a16="http://schemas.microsoft.com/office/drawing/2014/main" id="{8C734DC2-3F8F-7868-2EB3-DB9708266BC7}"/>
                  </a:ext>
                </a:extLst>
              </p:cNvPr>
              <p:cNvSpPr/>
              <p:nvPr/>
            </p:nvSpPr>
            <p:spPr bwMode="auto">
              <a:xfrm>
                <a:off x="688217" y="1591372"/>
                <a:ext cx="14214397" cy="13220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 b="1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6794D81-4622-3EA3-CD11-B7074148749D}"/>
                  </a:ext>
                </a:extLst>
              </p:cNvPr>
              <p:cNvSpPr txBox="1"/>
              <p:nvPr/>
            </p:nvSpPr>
            <p:spPr>
              <a:xfrm>
                <a:off x="4647235" y="1929215"/>
                <a:ext cx="908612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Input Tokens ~ 20K ~ $0.098</a:t>
                </a:r>
              </a:p>
              <a:p>
                <a:r>
                  <a:rPr lang="en-IN" dirty="0"/>
                  <a:t>Output tokens ~ $0.0051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2BC99AF-A88B-DB4A-F815-A0AF934A892C}"/>
                  </a:ext>
                </a:extLst>
              </p:cNvPr>
              <p:cNvSpPr txBox="1"/>
              <p:nvPr/>
            </p:nvSpPr>
            <p:spPr>
              <a:xfrm>
                <a:off x="744895" y="2058954"/>
                <a:ext cx="35810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Projected Cost / Generation</a:t>
                </a:r>
                <a:endParaRPr lang="en-IN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2DCF0FC-1967-DF86-9637-B7ED1699DB93}"/>
                </a:ext>
              </a:extLst>
            </p:cNvPr>
            <p:cNvSpPr txBox="1"/>
            <p:nvPr/>
          </p:nvSpPr>
          <p:spPr>
            <a:xfrm>
              <a:off x="10444221" y="5631263"/>
              <a:ext cx="308272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 $0.1031</a:t>
              </a:r>
              <a:endParaRPr lang="en-IN" sz="2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1490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25CEC-254A-A4BC-562D-A65C7DDD4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CBB094A-B9A7-9DC0-0F13-03175C897CDB}"/>
              </a:ext>
            </a:extLst>
          </p:cNvPr>
          <p:cNvGrpSpPr/>
          <p:nvPr/>
        </p:nvGrpSpPr>
        <p:grpSpPr>
          <a:xfrm>
            <a:off x="588962" y="269690"/>
            <a:ext cx="14875895" cy="495529"/>
            <a:chOff x="588962" y="269690"/>
            <a:chExt cx="14875895" cy="495529"/>
          </a:xfrm>
        </p:grpSpPr>
        <p:sp>
          <p:nvSpPr>
            <p:cNvPr id="7" name="Circle">
              <a:extLst>
                <a:ext uri="{FF2B5EF4-FFF2-40B4-BE49-F238E27FC236}">
                  <a16:creationId xmlns:a16="http://schemas.microsoft.com/office/drawing/2014/main" id="{3DCD8A8A-7612-2A3D-15AF-D50F06A97FBE}"/>
                </a:ext>
              </a:extLst>
            </p:cNvPr>
            <p:cNvSpPr/>
            <p:nvPr/>
          </p:nvSpPr>
          <p:spPr>
            <a:xfrm>
              <a:off x="588962" y="269690"/>
              <a:ext cx="2975179" cy="495529"/>
            </a:xfrm>
            <a:prstGeom prst="snip1Rect">
              <a:avLst/>
            </a:prstGeom>
            <a:solidFill>
              <a:srgbClr val="082340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Problem Statement</a:t>
              </a:r>
            </a:p>
          </p:txBody>
        </p:sp>
        <p:sp>
          <p:nvSpPr>
            <p:cNvPr id="8" name="Circle">
              <a:extLst>
                <a:ext uri="{FF2B5EF4-FFF2-40B4-BE49-F238E27FC236}">
                  <a16:creationId xmlns:a16="http://schemas.microsoft.com/office/drawing/2014/main" id="{192A074E-B4B4-9FBF-7759-9CBE0E2C30EE}"/>
                </a:ext>
              </a:extLst>
            </p:cNvPr>
            <p:cNvSpPr/>
            <p:nvPr/>
          </p:nvSpPr>
          <p:spPr>
            <a:xfrm>
              <a:off x="6539320" y="269690"/>
              <a:ext cx="2975179" cy="495529"/>
            </a:xfrm>
            <a:prstGeom prst="snip1Rect">
              <a:avLst/>
            </a:prstGeom>
            <a:solidFill>
              <a:srgbClr val="082340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Technical Details</a:t>
              </a:r>
            </a:p>
          </p:txBody>
        </p:sp>
        <p:sp>
          <p:nvSpPr>
            <p:cNvPr id="9" name="Circle">
              <a:extLst>
                <a:ext uri="{FF2B5EF4-FFF2-40B4-BE49-F238E27FC236}">
                  <a16:creationId xmlns:a16="http://schemas.microsoft.com/office/drawing/2014/main" id="{AE18CFD0-F6CF-72A9-4837-59ED5CC8638B}"/>
                </a:ext>
              </a:extLst>
            </p:cNvPr>
            <p:cNvSpPr/>
            <p:nvPr/>
          </p:nvSpPr>
          <p:spPr>
            <a:xfrm>
              <a:off x="3564141" y="269690"/>
              <a:ext cx="2975179" cy="495529"/>
            </a:xfrm>
            <a:prstGeom prst="snip1Rect">
              <a:avLst/>
            </a:prstGeom>
            <a:solidFill>
              <a:schemeClr val="accent1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Target Audience</a:t>
              </a:r>
            </a:p>
          </p:txBody>
        </p:sp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1230A462-F86A-5EEA-82F2-C9D04EE987BC}"/>
                </a:ext>
              </a:extLst>
            </p:cNvPr>
            <p:cNvSpPr/>
            <p:nvPr/>
          </p:nvSpPr>
          <p:spPr>
            <a:xfrm>
              <a:off x="9514499" y="269690"/>
              <a:ext cx="2975179" cy="495529"/>
            </a:xfrm>
            <a:prstGeom prst="snip1Rect">
              <a:avLst/>
            </a:prstGeom>
            <a:solidFill>
              <a:srgbClr val="082340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Cost</a:t>
              </a:r>
            </a:p>
          </p:txBody>
        </p:sp>
        <p:sp>
          <p:nvSpPr>
            <p:cNvPr id="13" name="Circle">
              <a:extLst>
                <a:ext uri="{FF2B5EF4-FFF2-40B4-BE49-F238E27FC236}">
                  <a16:creationId xmlns:a16="http://schemas.microsoft.com/office/drawing/2014/main" id="{F1DCE901-F85D-DB0F-9FF6-A07DE0935F84}"/>
                </a:ext>
              </a:extLst>
            </p:cNvPr>
            <p:cNvSpPr/>
            <p:nvPr/>
          </p:nvSpPr>
          <p:spPr>
            <a:xfrm>
              <a:off x="12489678" y="269690"/>
              <a:ext cx="2975179" cy="495529"/>
            </a:xfrm>
            <a:prstGeom prst="snip1Rect">
              <a:avLst/>
            </a:prstGeom>
            <a:solidFill>
              <a:srgbClr val="F15B40"/>
            </a:solidFill>
            <a:ln w="28575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dirty="0">
                  <a:solidFill>
                    <a:schemeClr val="tx2"/>
                  </a:solidFill>
                </a:rPr>
                <a:t>Future Enhancements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0747A71-7D25-BD5D-8A91-9C3DB9DCCFA9}"/>
              </a:ext>
            </a:extLst>
          </p:cNvPr>
          <p:cNvSpPr txBox="1"/>
          <p:nvPr/>
        </p:nvSpPr>
        <p:spPr>
          <a:xfrm>
            <a:off x="2359024" y="8152798"/>
            <a:ext cx="11877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2">
                    <a:lumMod val="90000"/>
                  </a:schemeClr>
                </a:solidFill>
              </a:rPr>
              <a:t>The platform is designed to evolve with advanced capabilities for execution, customization, and analytics.</a:t>
            </a:r>
            <a:endParaRPr lang="en-IN" i="1" dirty="0">
              <a:solidFill>
                <a:schemeClr val="bg2">
                  <a:lumMod val="90000"/>
                </a:schemeClr>
              </a:solidFill>
            </a:endParaRPr>
          </a:p>
        </p:txBody>
      </p:sp>
      <p:grpSp>
        <p:nvGrpSpPr>
          <p:cNvPr id="24" name="Group 14">
            <a:extLst>
              <a:ext uri="{FF2B5EF4-FFF2-40B4-BE49-F238E27FC236}">
                <a16:creationId xmlns:a16="http://schemas.microsoft.com/office/drawing/2014/main" id="{899A386C-90A1-5665-05AA-E538C0128F0A}"/>
              </a:ext>
            </a:extLst>
          </p:cNvPr>
          <p:cNvGrpSpPr/>
          <p:nvPr/>
        </p:nvGrpSpPr>
        <p:grpSpPr>
          <a:xfrm>
            <a:off x="6620272" y="2627376"/>
            <a:ext cx="2005955" cy="2244665"/>
            <a:chOff x="3734181" y="1102012"/>
            <a:chExt cx="1676400" cy="1944624"/>
          </a:xfrm>
        </p:grpSpPr>
        <p:sp>
          <p:nvSpPr>
            <p:cNvPr id="25" name="Hexagon 24">
              <a:extLst>
                <a:ext uri="{FF2B5EF4-FFF2-40B4-BE49-F238E27FC236}">
                  <a16:creationId xmlns:a16="http://schemas.microsoft.com/office/drawing/2014/main" id="{30D554CC-C6E9-3BED-33DB-4F0F0131F45F}"/>
                </a:ext>
              </a:extLst>
            </p:cNvPr>
            <p:cNvSpPr/>
            <p:nvPr/>
          </p:nvSpPr>
          <p:spPr bwMode="auto">
            <a:xfrm rot="5400000">
              <a:off x="3600069" y="1236124"/>
              <a:ext cx="1944624" cy="1676400"/>
            </a:xfrm>
            <a:prstGeom prst="hexagon">
              <a:avLst/>
            </a:prstGeom>
            <a:solidFill>
              <a:srgbClr val="237DB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27" name="Hexagon 26">
              <a:extLst>
                <a:ext uri="{FF2B5EF4-FFF2-40B4-BE49-F238E27FC236}">
                  <a16:creationId xmlns:a16="http://schemas.microsoft.com/office/drawing/2014/main" id="{91193A6C-0046-4C5D-1097-D396117A9741}"/>
                </a:ext>
              </a:extLst>
            </p:cNvPr>
            <p:cNvSpPr/>
            <p:nvPr/>
          </p:nvSpPr>
          <p:spPr bwMode="auto">
            <a:xfrm rot="5400000">
              <a:off x="3734501" y="1369093"/>
              <a:ext cx="1636136" cy="1410462"/>
            </a:xfrm>
            <a:prstGeom prst="hexagon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grpSp>
        <p:nvGrpSpPr>
          <p:cNvPr id="28" name="Group 18">
            <a:extLst>
              <a:ext uri="{FF2B5EF4-FFF2-40B4-BE49-F238E27FC236}">
                <a16:creationId xmlns:a16="http://schemas.microsoft.com/office/drawing/2014/main" id="{D2F8AE08-8B0D-5D7E-11EC-1651CD83FEC8}"/>
              </a:ext>
            </a:extLst>
          </p:cNvPr>
          <p:cNvGrpSpPr/>
          <p:nvPr/>
        </p:nvGrpSpPr>
        <p:grpSpPr>
          <a:xfrm>
            <a:off x="7646045" y="4422835"/>
            <a:ext cx="2005955" cy="2244665"/>
            <a:chOff x="3734181" y="1102012"/>
            <a:chExt cx="1676400" cy="1944624"/>
          </a:xfrm>
        </p:grpSpPr>
        <p:sp>
          <p:nvSpPr>
            <p:cNvPr id="29" name="Hexagon 28">
              <a:extLst>
                <a:ext uri="{FF2B5EF4-FFF2-40B4-BE49-F238E27FC236}">
                  <a16:creationId xmlns:a16="http://schemas.microsoft.com/office/drawing/2014/main" id="{FE7DF35C-6B72-17BC-EAC3-B2ACC4891FA8}"/>
                </a:ext>
              </a:extLst>
            </p:cNvPr>
            <p:cNvSpPr/>
            <p:nvPr/>
          </p:nvSpPr>
          <p:spPr bwMode="auto">
            <a:xfrm rot="5400000">
              <a:off x="3600069" y="1236124"/>
              <a:ext cx="1944624" cy="1676400"/>
            </a:xfrm>
            <a:prstGeom prst="hexagon">
              <a:avLst/>
            </a:prstGeom>
            <a:solidFill>
              <a:srgbClr val="9BB95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0" name="Hexagon 29">
              <a:extLst>
                <a:ext uri="{FF2B5EF4-FFF2-40B4-BE49-F238E27FC236}">
                  <a16:creationId xmlns:a16="http://schemas.microsoft.com/office/drawing/2014/main" id="{B9A13AAE-05C5-A5E5-1E85-FD498A03AE81}"/>
                </a:ext>
              </a:extLst>
            </p:cNvPr>
            <p:cNvSpPr/>
            <p:nvPr/>
          </p:nvSpPr>
          <p:spPr bwMode="auto">
            <a:xfrm rot="5400000">
              <a:off x="3734501" y="1369093"/>
              <a:ext cx="1636136" cy="1410462"/>
            </a:xfrm>
            <a:prstGeom prst="hexagon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grpSp>
        <p:nvGrpSpPr>
          <p:cNvPr id="31" name="Group 24">
            <a:extLst>
              <a:ext uri="{FF2B5EF4-FFF2-40B4-BE49-F238E27FC236}">
                <a16:creationId xmlns:a16="http://schemas.microsoft.com/office/drawing/2014/main" id="{16F3C6C8-A1B2-849B-8D8F-AF1EB5F967E4}"/>
              </a:ext>
            </a:extLst>
          </p:cNvPr>
          <p:cNvGrpSpPr/>
          <p:nvPr/>
        </p:nvGrpSpPr>
        <p:grpSpPr>
          <a:xfrm>
            <a:off x="5593588" y="4422835"/>
            <a:ext cx="2005955" cy="2244665"/>
            <a:chOff x="3734181" y="1102012"/>
            <a:chExt cx="1676400" cy="1944624"/>
          </a:xfrm>
        </p:grpSpPr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AA910172-7571-F47F-FCFD-AFD8E900E81E}"/>
                </a:ext>
              </a:extLst>
            </p:cNvPr>
            <p:cNvSpPr/>
            <p:nvPr/>
          </p:nvSpPr>
          <p:spPr bwMode="auto">
            <a:xfrm rot="5400000">
              <a:off x="3600069" y="1236124"/>
              <a:ext cx="1944624" cy="1676400"/>
            </a:xfrm>
            <a:prstGeom prst="hexagon">
              <a:avLst/>
            </a:prstGeom>
            <a:solidFill>
              <a:srgbClr val="15AA9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A43A428A-D313-D96E-35E3-B1CF99334DE5}"/>
                </a:ext>
              </a:extLst>
            </p:cNvPr>
            <p:cNvSpPr/>
            <p:nvPr/>
          </p:nvSpPr>
          <p:spPr bwMode="auto">
            <a:xfrm rot="5400000">
              <a:off x="3734501" y="1369093"/>
              <a:ext cx="1636136" cy="1410462"/>
            </a:xfrm>
            <a:prstGeom prst="hexagon">
              <a:avLst/>
            </a:prstGeom>
            <a:noFill/>
            <a:ln w="19050">
              <a:solidFill>
                <a:srgbClr val="FFFF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grpSp>
        <p:nvGrpSpPr>
          <p:cNvPr id="34" name="Group 81">
            <a:extLst>
              <a:ext uri="{FF2B5EF4-FFF2-40B4-BE49-F238E27FC236}">
                <a16:creationId xmlns:a16="http://schemas.microsoft.com/office/drawing/2014/main" id="{F36E0309-5C03-2872-55F1-290694D2E7C9}"/>
              </a:ext>
            </a:extLst>
          </p:cNvPr>
          <p:cNvGrpSpPr/>
          <p:nvPr/>
        </p:nvGrpSpPr>
        <p:grpSpPr>
          <a:xfrm>
            <a:off x="6893356" y="4166743"/>
            <a:ext cx="1505378" cy="1410595"/>
            <a:chOff x="735191" y="1461827"/>
            <a:chExt cx="579038" cy="56246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496B0F3-3A73-D62A-0D1D-24AD39B697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5191" y="1461827"/>
              <a:ext cx="579038" cy="562460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237DB9"/>
                </a:solidFill>
                <a:effectLst/>
                <a:uLnTx/>
                <a:uFillTx/>
                <a:latin typeface="FontAwesome" pitchFamily="2" charset="0"/>
                <a:ea typeface="+mn-ea"/>
              </a:endParaRPr>
            </a:p>
          </p:txBody>
        </p:sp>
        <p:sp>
          <p:nvSpPr>
            <p:cNvPr id="36" name="Freeform 245">
              <a:extLst>
                <a:ext uri="{FF2B5EF4-FFF2-40B4-BE49-F238E27FC236}">
                  <a16:creationId xmlns:a16="http://schemas.microsoft.com/office/drawing/2014/main" id="{C1D52AB5-DBE9-A9D1-9066-71E37F73E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557" y="1626375"/>
              <a:ext cx="233363" cy="233363"/>
            </a:xfrm>
            <a:custGeom>
              <a:avLst/>
              <a:gdLst/>
              <a:ahLst/>
              <a:cxnLst>
                <a:cxn ang="0">
                  <a:pos x="68" y="3"/>
                </a:cxn>
                <a:cxn ang="0">
                  <a:pos x="58" y="61"/>
                </a:cxn>
                <a:cxn ang="0">
                  <a:pos x="57" y="63"/>
                </a:cxn>
                <a:cxn ang="0">
                  <a:pos x="56" y="63"/>
                </a:cxn>
                <a:cxn ang="0">
                  <a:pos x="55" y="63"/>
                </a:cxn>
                <a:cxn ang="0">
                  <a:pos x="38" y="56"/>
                </a:cxn>
                <a:cxn ang="0">
                  <a:pos x="28" y="67"/>
                </a:cxn>
                <a:cxn ang="0">
                  <a:pos x="26" y="68"/>
                </a:cxn>
                <a:cxn ang="0">
                  <a:pos x="26" y="68"/>
                </a:cxn>
                <a:cxn ang="0">
                  <a:pos x="24" y="65"/>
                </a:cxn>
                <a:cxn ang="0">
                  <a:pos x="24" y="52"/>
                </a:cxn>
                <a:cxn ang="0">
                  <a:pos x="57" y="12"/>
                </a:cxn>
                <a:cxn ang="0">
                  <a:pos x="16" y="47"/>
                </a:cxn>
                <a:cxn ang="0">
                  <a:pos x="1" y="41"/>
                </a:cxn>
                <a:cxn ang="0">
                  <a:pos x="0" y="39"/>
                </a:cxn>
                <a:cxn ang="0">
                  <a:pos x="1" y="36"/>
                </a:cxn>
                <a:cxn ang="0">
                  <a:pos x="64" y="0"/>
                </a:cxn>
                <a:cxn ang="0">
                  <a:pos x="65" y="0"/>
                </a:cxn>
                <a:cxn ang="0">
                  <a:pos x="67" y="0"/>
                </a:cxn>
                <a:cxn ang="0">
                  <a:pos x="68" y="3"/>
                </a:cxn>
              </a:cxnLst>
              <a:rect l="0" t="0" r="r" b="b"/>
              <a:pathLst>
                <a:path w="68" h="68">
                  <a:moveTo>
                    <a:pt x="68" y="3"/>
                  </a:moveTo>
                  <a:cubicBezTo>
                    <a:pt x="58" y="61"/>
                    <a:pt x="58" y="61"/>
                    <a:pt x="58" y="61"/>
                  </a:cubicBezTo>
                  <a:cubicBezTo>
                    <a:pt x="58" y="62"/>
                    <a:pt x="57" y="62"/>
                    <a:pt x="57" y="63"/>
                  </a:cubicBezTo>
                  <a:cubicBezTo>
                    <a:pt x="56" y="63"/>
                    <a:pt x="56" y="63"/>
                    <a:pt x="56" y="63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38" y="56"/>
                    <a:pt x="38" y="56"/>
                    <a:pt x="38" y="56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8" y="67"/>
                    <a:pt x="27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5" y="67"/>
                    <a:pt x="24" y="66"/>
                    <a:pt x="24" y="65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0"/>
                    <a:pt x="0" y="40"/>
                    <a:pt x="0" y="39"/>
                  </a:cubicBezTo>
                  <a:cubicBezTo>
                    <a:pt x="0" y="38"/>
                    <a:pt x="0" y="37"/>
                    <a:pt x="1" y="36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6" y="0"/>
                    <a:pt x="66" y="0"/>
                    <a:pt x="67" y="0"/>
                  </a:cubicBezTo>
                  <a:cubicBezTo>
                    <a:pt x="68" y="1"/>
                    <a:pt x="68" y="2"/>
                    <a:pt x="68" y="3"/>
                  </a:cubicBezTo>
                  <a:close/>
                </a:path>
              </a:pathLst>
            </a:custGeom>
            <a:solidFill>
              <a:srgbClr val="262626">
                <a:lumMod val="50000"/>
                <a:lumOff val="50000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0316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Roboto Condensed"/>
              </a:endParaRPr>
            </a:p>
          </p:txBody>
        </p:sp>
      </p:grpSp>
      <p:sp>
        <p:nvSpPr>
          <p:cNvPr id="37" name="Freeform 62">
            <a:extLst>
              <a:ext uri="{FF2B5EF4-FFF2-40B4-BE49-F238E27FC236}">
                <a16:creationId xmlns:a16="http://schemas.microsoft.com/office/drawing/2014/main" id="{700E07B4-81CB-326C-0F69-B75F67B5817F}"/>
              </a:ext>
            </a:extLst>
          </p:cNvPr>
          <p:cNvSpPr>
            <a:spLocks noEditPoints="1"/>
          </p:cNvSpPr>
          <p:nvPr/>
        </p:nvSpPr>
        <p:spPr bwMode="auto">
          <a:xfrm>
            <a:off x="7197978" y="3222058"/>
            <a:ext cx="803130" cy="780938"/>
          </a:xfrm>
          <a:custGeom>
            <a:avLst/>
            <a:gdLst/>
            <a:ahLst/>
            <a:cxnLst>
              <a:cxn ang="0">
                <a:pos x="58" y="33"/>
              </a:cxn>
              <a:cxn ang="0">
                <a:pos x="57" y="34"/>
              </a:cxn>
              <a:cxn ang="0">
                <a:pos x="50" y="35"/>
              </a:cxn>
              <a:cxn ang="0">
                <a:pos x="49" y="39"/>
              </a:cxn>
              <a:cxn ang="0">
                <a:pos x="53" y="44"/>
              </a:cxn>
              <a:cxn ang="0">
                <a:pos x="53" y="45"/>
              </a:cxn>
              <a:cxn ang="0">
                <a:pos x="53" y="46"/>
              </a:cxn>
              <a:cxn ang="0">
                <a:pos x="45" y="53"/>
              </a:cxn>
              <a:cxn ang="0">
                <a:pos x="44" y="52"/>
              </a:cxn>
              <a:cxn ang="0">
                <a:pos x="39" y="48"/>
              </a:cxn>
              <a:cxn ang="0">
                <a:pos x="36" y="50"/>
              </a:cxn>
              <a:cxn ang="0">
                <a:pos x="34" y="57"/>
              </a:cxn>
              <a:cxn ang="0">
                <a:pos x="33" y="58"/>
              </a:cxn>
              <a:cxn ang="0">
                <a:pos x="25" y="58"/>
              </a:cxn>
              <a:cxn ang="0">
                <a:pos x="23" y="57"/>
              </a:cxn>
              <a:cxn ang="0">
                <a:pos x="22" y="50"/>
              </a:cxn>
              <a:cxn ang="0">
                <a:pos x="19" y="48"/>
              </a:cxn>
              <a:cxn ang="0">
                <a:pos x="14" y="52"/>
              </a:cxn>
              <a:cxn ang="0">
                <a:pos x="13" y="53"/>
              </a:cxn>
              <a:cxn ang="0">
                <a:pos x="12" y="52"/>
              </a:cxn>
              <a:cxn ang="0">
                <a:pos x="5" y="46"/>
              </a:cxn>
              <a:cxn ang="0">
                <a:pos x="5" y="45"/>
              </a:cxn>
              <a:cxn ang="0">
                <a:pos x="5" y="44"/>
              </a:cxn>
              <a:cxn ang="0">
                <a:pos x="9" y="39"/>
              </a:cxn>
              <a:cxn ang="0">
                <a:pos x="8" y="35"/>
              </a:cxn>
              <a:cxn ang="0">
                <a:pos x="1" y="34"/>
              </a:cxn>
              <a:cxn ang="0">
                <a:pos x="0" y="33"/>
              </a:cxn>
              <a:cxn ang="0">
                <a:pos x="0" y="24"/>
              </a:cxn>
              <a:cxn ang="0">
                <a:pos x="1" y="23"/>
              </a:cxn>
              <a:cxn ang="0">
                <a:pos x="8" y="22"/>
              </a:cxn>
              <a:cxn ang="0">
                <a:pos x="9" y="18"/>
              </a:cxn>
              <a:cxn ang="0">
                <a:pos x="5" y="13"/>
              </a:cxn>
              <a:cxn ang="0">
                <a:pos x="5" y="12"/>
              </a:cxn>
              <a:cxn ang="0">
                <a:pos x="5" y="11"/>
              </a:cxn>
              <a:cxn ang="0">
                <a:pos x="13" y="5"/>
              </a:cxn>
              <a:cxn ang="0">
                <a:pos x="14" y="5"/>
              </a:cxn>
              <a:cxn ang="0">
                <a:pos x="19" y="9"/>
              </a:cxn>
              <a:cxn ang="0">
                <a:pos x="22" y="8"/>
              </a:cxn>
              <a:cxn ang="0">
                <a:pos x="23" y="1"/>
              </a:cxn>
              <a:cxn ang="0">
                <a:pos x="25" y="0"/>
              </a:cxn>
              <a:cxn ang="0">
                <a:pos x="33" y="0"/>
              </a:cxn>
              <a:cxn ang="0">
                <a:pos x="34" y="1"/>
              </a:cxn>
              <a:cxn ang="0">
                <a:pos x="36" y="8"/>
              </a:cxn>
              <a:cxn ang="0">
                <a:pos x="39" y="9"/>
              </a:cxn>
              <a:cxn ang="0">
                <a:pos x="44" y="5"/>
              </a:cxn>
              <a:cxn ang="0">
                <a:pos x="45" y="5"/>
              </a:cxn>
              <a:cxn ang="0">
                <a:pos x="46" y="5"/>
              </a:cxn>
              <a:cxn ang="0">
                <a:pos x="52" y="12"/>
              </a:cxn>
              <a:cxn ang="0">
                <a:pos x="53" y="12"/>
              </a:cxn>
              <a:cxn ang="0">
                <a:pos x="52" y="13"/>
              </a:cxn>
              <a:cxn ang="0">
                <a:pos x="48" y="18"/>
              </a:cxn>
              <a:cxn ang="0">
                <a:pos x="50" y="22"/>
              </a:cxn>
              <a:cxn ang="0">
                <a:pos x="57" y="23"/>
              </a:cxn>
              <a:cxn ang="0">
                <a:pos x="58" y="25"/>
              </a:cxn>
              <a:cxn ang="0">
                <a:pos x="58" y="33"/>
              </a:cxn>
              <a:cxn ang="0">
                <a:pos x="29" y="19"/>
              </a:cxn>
              <a:cxn ang="0">
                <a:pos x="19" y="29"/>
              </a:cxn>
              <a:cxn ang="0">
                <a:pos x="29" y="38"/>
              </a:cxn>
              <a:cxn ang="0">
                <a:pos x="39" y="29"/>
              </a:cxn>
              <a:cxn ang="0">
                <a:pos x="29" y="19"/>
              </a:cxn>
            </a:cxnLst>
            <a:rect l="0" t="0" r="r" b="b"/>
            <a:pathLst>
              <a:path w="58" h="58">
                <a:moveTo>
                  <a:pt x="58" y="33"/>
                </a:moveTo>
                <a:cubicBezTo>
                  <a:pt x="58" y="34"/>
                  <a:pt x="58" y="34"/>
                  <a:pt x="57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7"/>
                  <a:pt x="49" y="38"/>
                  <a:pt x="49" y="39"/>
                </a:cubicBezTo>
                <a:cubicBezTo>
                  <a:pt x="50" y="41"/>
                  <a:pt x="51" y="42"/>
                  <a:pt x="53" y="44"/>
                </a:cubicBezTo>
                <a:cubicBezTo>
                  <a:pt x="53" y="44"/>
                  <a:pt x="53" y="45"/>
                  <a:pt x="53" y="45"/>
                </a:cubicBezTo>
                <a:cubicBezTo>
                  <a:pt x="53" y="45"/>
                  <a:pt x="53" y="46"/>
                  <a:pt x="53" y="46"/>
                </a:cubicBezTo>
                <a:cubicBezTo>
                  <a:pt x="52" y="47"/>
                  <a:pt x="47" y="53"/>
                  <a:pt x="45" y="53"/>
                </a:cubicBezTo>
                <a:cubicBezTo>
                  <a:pt x="45" y="53"/>
                  <a:pt x="45" y="53"/>
                  <a:pt x="44" y="52"/>
                </a:cubicBezTo>
                <a:cubicBezTo>
                  <a:pt x="39" y="48"/>
                  <a:pt x="39" y="48"/>
                  <a:pt x="39" y="48"/>
                </a:cubicBezTo>
                <a:cubicBezTo>
                  <a:pt x="38" y="49"/>
                  <a:pt x="37" y="49"/>
                  <a:pt x="36" y="50"/>
                </a:cubicBezTo>
                <a:cubicBezTo>
                  <a:pt x="35" y="52"/>
                  <a:pt x="35" y="55"/>
                  <a:pt x="34" y="57"/>
                </a:cubicBezTo>
                <a:cubicBezTo>
                  <a:pt x="34" y="57"/>
                  <a:pt x="34" y="58"/>
                  <a:pt x="33" y="58"/>
                </a:cubicBezTo>
                <a:cubicBezTo>
                  <a:pt x="25" y="58"/>
                  <a:pt x="25" y="58"/>
                  <a:pt x="25" y="58"/>
                </a:cubicBezTo>
                <a:cubicBezTo>
                  <a:pt x="24" y="58"/>
                  <a:pt x="23" y="57"/>
                  <a:pt x="23" y="57"/>
                </a:cubicBezTo>
                <a:cubicBezTo>
                  <a:pt x="22" y="50"/>
                  <a:pt x="22" y="50"/>
                  <a:pt x="22" y="50"/>
                </a:cubicBezTo>
                <a:cubicBezTo>
                  <a:pt x="21" y="49"/>
                  <a:pt x="20" y="49"/>
                  <a:pt x="19" y="48"/>
                </a:cubicBezTo>
                <a:cubicBezTo>
                  <a:pt x="14" y="52"/>
                  <a:pt x="14" y="52"/>
                  <a:pt x="14" y="52"/>
                </a:cubicBezTo>
                <a:cubicBezTo>
                  <a:pt x="13" y="53"/>
                  <a:pt x="13" y="53"/>
                  <a:pt x="13" y="53"/>
                </a:cubicBezTo>
                <a:cubicBezTo>
                  <a:pt x="12" y="53"/>
                  <a:pt x="12" y="53"/>
                  <a:pt x="12" y="52"/>
                </a:cubicBezTo>
                <a:cubicBezTo>
                  <a:pt x="10" y="50"/>
                  <a:pt x="7" y="48"/>
                  <a:pt x="5" y="46"/>
                </a:cubicBezTo>
                <a:cubicBezTo>
                  <a:pt x="5" y="46"/>
                  <a:pt x="5" y="45"/>
                  <a:pt x="5" y="45"/>
                </a:cubicBezTo>
                <a:cubicBezTo>
                  <a:pt x="5" y="45"/>
                  <a:pt x="5" y="44"/>
                  <a:pt x="5" y="44"/>
                </a:cubicBezTo>
                <a:cubicBezTo>
                  <a:pt x="7" y="42"/>
                  <a:pt x="8" y="41"/>
                  <a:pt x="9" y="39"/>
                </a:cubicBezTo>
                <a:cubicBezTo>
                  <a:pt x="9" y="38"/>
                  <a:pt x="8" y="37"/>
                  <a:pt x="8" y="35"/>
                </a:cubicBezTo>
                <a:cubicBezTo>
                  <a:pt x="1" y="34"/>
                  <a:pt x="1" y="34"/>
                  <a:pt x="1" y="34"/>
                </a:cubicBezTo>
                <a:cubicBezTo>
                  <a:pt x="0" y="34"/>
                  <a:pt x="0" y="33"/>
                  <a:pt x="0" y="33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4"/>
                  <a:pt x="0" y="23"/>
                  <a:pt x="1" y="23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21"/>
                  <a:pt x="9" y="20"/>
                  <a:pt x="9" y="18"/>
                </a:cubicBezTo>
                <a:cubicBezTo>
                  <a:pt x="8" y="17"/>
                  <a:pt x="7" y="15"/>
                  <a:pt x="5" y="13"/>
                </a:cubicBezTo>
                <a:cubicBezTo>
                  <a:pt x="5" y="13"/>
                  <a:pt x="5" y="13"/>
                  <a:pt x="5" y="12"/>
                </a:cubicBezTo>
                <a:cubicBezTo>
                  <a:pt x="5" y="12"/>
                  <a:pt x="5" y="12"/>
                  <a:pt x="5" y="11"/>
                </a:cubicBezTo>
                <a:cubicBezTo>
                  <a:pt x="6" y="10"/>
                  <a:pt x="11" y="5"/>
                  <a:pt x="13" y="5"/>
                </a:cubicBezTo>
                <a:cubicBezTo>
                  <a:pt x="13" y="5"/>
                  <a:pt x="13" y="5"/>
                  <a:pt x="14" y="5"/>
                </a:cubicBezTo>
                <a:cubicBezTo>
                  <a:pt x="19" y="9"/>
                  <a:pt x="19" y="9"/>
                  <a:pt x="19" y="9"/>
                </a:cubicBezTo>
                <a:cubicBezTo>
                  <a:pt x="20" y="9"/>
                  <a:pt x="21" y="8"/>
                  <a:pt x="22" y="8"/>
                </a:cubicBezTo>
                <a:cubicBezTo>
                  <a:pt x="22" y="5"/>
                  <a:pt x="23" y="3"/>
                  <a:pt x="23" y="1"/>
                </a:cubicBezTo>
                <a:cubicBezTo>
                  <a:pt x="23" y="0"/>
                  <a:pt x="24" y="0"/>
                  <a:pt x="25" y="0"/>
                </a:cubicBezTo>
                <a:cubicBezTo>
                  <a:pt x="33" y="0"/>
                  <a:pt x="33" y="0"/>
                  <a:pt x="33" y="0"/>
                </a:cubicBezTo>
                <a:cubicBezTo>
                  <a:pt x="34" y="0"/>
                  <a:pt x="34" y="0"/>
                  <a:pt x="34" y="1"/>
                </a:cubicBezTo>
                <a:cubicBezTo>
                  <a:pt x="36" y="8"/>
                  <a:pt x="36" y="8"/>
                  <a:pt x="36" y="8"/>
                </a:cubicBezTo>
                <a:cubicBezTo>
                  <a:pt x="37" y="8"/>
                  <a:pt x="38" y="9"/>
                  <a:pt x="39" y="9"/>
                </a:cubicBezTo>
                <a:cubicBezTo>
                  <a:pt x="44" y="5"/>
                  <a:pt x="44" y="5"/>
                  <a:pt x="44" y="5"/>
                </a:cubicBezTo>
                <a:cubicBezTo>
                  <a:pt x="45" y="5"/>
                  <a:pt x="45" y="5"/>
                  <a:pt x="45" y="5"/>
                </a:cubicBezTo>
                <a:cubicBezTo>
                  <a:pt x="46" y="5"/>
                  <a:pt x="46" y="5"/>
                  <a:pt x="46" y="5"/>
                </a:cubicBezTo>
                <a:cubicBezTo>
                  <a:pt x="48" y="7"/>
                  <a:pt x="51" y="9"/>
                  <a:pt x="52" y="12"/>
                </a:cubicBezTo>
                <a:cubicBezTo>
                  <a:pt x="53" y="12"/>
                  <a:pt x="53" y="12"/>
                  <a:pt x="53" y="12"/>
                </a:cubicBezTo>
                <a:cubicBezTo>
                  <a:pt x="53" y="13"/>
                  <a:pt x="53" y="13"/>
                  <a:pt x="52" y="13"/>
                </a:cubicBezTo>
                <a:cubicBezTo>
                  <a:pt x="51" y="15"/>
                  <a:pt x="50" y="17"/>
                  <a:pt x="48" y="18"/>
                </a:cubicBezTo>
                <a:cubicBezTo>
                  <a:pt x="49" y="20"/>
                  <a:pt x="50" y="21"/>
                  <a:pt x="50" y="22"/>
                </a:cubicBezTo>
                <a:cubicBezTo>
                  <a:pt x="57" y="23"/>
                  <a:pt x="57" y="23"/>
                  <a:pt x="57" y="23"/>
                </a:cubicBezTo>
                <a:cubicBezTo>
                  <a:pt x="58" y="23"/>
                  <a:pt x="58" y="24"/>
                  <a:pt x="58" y="25"/>
                </a:cubicBezTo>
                <a:lnTo>
                  <a:pt x="58" y="33"/>
                </a:lnTo>
                <a:close/>
                <a:moveTo>
                  <a:pt x="29" y="19"/>
                </a:moveTo>
                <a:cubicBezTo>
                  <a:pt x="24" y="19"/>
                  <a:pt x="19" y="23"/>
                  <a:pt x="19" y="29"/>
                </a:cubicBezTo>
                <a:cubicBezTo>
                  <a:pt x="19" y="34"/>
                  <a:pt x="24" y="38"/>
                  <a:pt x="29" y="38"/>
                </a:cubicBezTo>
                <a:cubicBezTo>
                  <a:pt x="34" y="38"/>
                  <a:pt x="39" y="34"/>
                  <a:pt x="39" y="29"/>
                </a:cubicBezTo>
                <a:cubicBezTo>
                  <a:pt x="39" y="23"/>
                  <a:pt x="34" y="19"/>
                  <a:pt x="29" y="1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41" name="Group 75">
            <a:extLst>
              <a:ext uri="{FF2B5EF4-FFF2-40B4-BE49-F238E27FC236}">
                <a16:creationId xmlns:a16="http://schemas.microsoft.com/office/drawing/2014/main" id="{FF201335-3BC2-A48E-DB5B-2BF3804AFF82}"/>
              </a:ext>
            </a:extLst>
          </p:cNvPr>
          <p:cNvGrpSpPr/>
          <p:nvPr/>
        </p:nvGrpSpPr>
        <p:grpSpPr>
          <a:xfrm>
            <a:off x="3219450" y="2452291"/>
            <a:ext cx="2887480" cy="1012433"/>
            <a:chOff x="5067259" y="1648564"/>
            <a:chExt cx="2887480" cy="1012433"/>
          </a:xfrm>
        </p:grpSpPr>
        <p:sp>
          <p:nvSpPr>
            <p:cNvPr id="42" name="Text Placeholder 3">
              <a:extLst>
                <a:ext uri="{FF2B5EF4-FFF2-40B4-BE49-F238E27FC236}">
                  <a16:creationId xmlns:a16="http://schemas.microsoft.com/office/drawing/2014/main" id="{065797F9-C6F5-A8D8-DF53-E1D917F2767D}"/>
                </a:ext>
              </a:extLst>
            </p:cNvPr>
            <p:cNvSpPr txBox="1">
              <a:spLocks/>
            </p:cNvSpPr>
            <p:nvPr/>
          </p:nvSpPr>
          <p:spPr>
            <a:xfrm>
              <a:off x="5082958" y="1648564"/>
              <a:ext cx="2119170" cy="246221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r">
                <a:spcBef>
                  <a:spcPct val="20000"/>
                </a:spcBef>
                <a:buFont typeface="Arial" pitchFamily="34" charset="0"/>
                <a:buNone/>
                <a:defRPr/>
              </a:pPr>
              <a:r>
                <a:rPr lang="en-US" sz="1600" b="1" dirty="0">
                  <a:solidFill>
                    <a:srgbClr val="237DB9"/>
                  </a:solidFill>
                  <a:latin typeface="Roboto Condensed"/>
                </a:rPr>
                <a:t>Query Execution &amp; Editing</a:t>
              </a:r>
            </a:p>
          </p:txBody>
        </p:sp>
        <p:sp>
          <p:nvSpPr>
            <p:cNvPr id="43" name="Text Placeholder 3">
              <a:extLst>
                <a:ext uri="{FF2B5EF4-FFF2-40B4-BE49-F238E27FC236}">
                  <a16:creationId xmlns:a16="http://schemas.microsoft.com/office/drawing/2014/main" id="{D53CBDBE-7388-D571-DABC-57A7976638C0}"/>
                </a:ext>
              </a:extLst>
            </p:cNvPr>
            <p:cNvSpPr txBox="1">
              <a:spLocks/>
            </p:cNvSpPr>
            <p:nvPr/>
          </p:nvSpPr>
          <p:spPr>
            <a:xfrm>
              <a:off x="5067259" y="1916178"/>
              <a:ext cx="2887480" cy="744819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171450" indent="-171450" algn="l">
                <a:spcBef>
                  <a:spcPct val="20000"/>
                </a:spcBef>
                <a:buFont typeface="Arial" panose="020B0604020202020204" pitchFamily="34" charset="0"/>
                <a:buChar char="•"/>
                <a:defRPr/>
              </a:pPr>
              <a:r>
                <a:rPr lang="en-US" sz="11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Roboto Condensed"/>
                </a:rPr>
                <a:t>Execute generated SQL directly on connected data source</a:t>
              </a:r>
            </a:p>
            <a:p>
              <a:pPr marL="171450" indent="-171450" algn="l">
                <a:spcBef>
                  <a:spcPct val="20000"/>
                </a:spcBef>
                <a:buFont typeface="Arial" panose="020B0604020202020204" pitchFamily="34" charset="0"/>
                <a:buChar char="•"/>
                <a:defRPr/>
              </a:pPr>
              <a:r>
                <a:rPr lang="en-US" sz="11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Roboto Condensed"/>
                </a:rPr>
                <a:t>Allow users to modify and refine generated SQL</a:t>
              </a:r>
            </a:p>
            <a:p>
              <a:pPr marL="171450" indent="-171450" algn="l">
                <a:spcBef>
                  <a:spcPct val="20000"/>
                </a:spcBef>
                <a:buFont typeface="Arial" panose="020B0604020202020204" pitchFamily="34" charset="0"/>
                <a:buChar char="•"/>
                <a:defRPr/>
              </a:pPr>
              <a:r>
                <a:rPr lang="en-US" sz="11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Roboto Condensed"/>
                </a:rPr>
                <a:t>Compare original vs modified queries</a:t>
              </a:r>
            </a:p>
          </p:txBody>
        </p:sp>
      </p:grpSp>
      <p:sp>
        <p:nvSpPr>
          <p:cNvPr id="45" name="Freeform 144">
            <a:extLst>
              <a:ext uri="{FF2B5EF4-FFF2-40B4-BE49-F238E27FC236}">
                <a16:creationId xmlns:a16="http://schemas.microsoft.com/office/drawing/2014/main" id="{994E15DC-8C52-7FFF-9777-57268A7291F7}"/>
              </a:ext>
            </a:extLst>
          </p:cNvPr>
          <p:cNvSpPr>
            <a:spLocks noEditPoints="1"/>
          </p:cNvSpPr>
          <p:nvPr/>
        </p:nvSpPr>
        <p:spPr bwMode="auto">
          <a:xfrm>
            <a:off x="6070386" y="5147494"/>
            <a:ext cx="861666" cy="668346"/>
          </a:xfrm>
          <a:custGeom>
            <a:avLst/>
            <a:gdLst/>
            <a:ahLst/>
            <a:cxnLst>
              <a:cxn ang="0">
                <a:pos x="67" y="55"/>
              </a:cxn>
              <a:cxn ang="0">
                <a:pos x="65" y="56"/>
              </a:cxn>
              <a:cxn ang="0">
                <a:pos x="8" y="56"/>
              </a:cxn>
              <a:cxn ang="0">
                <a:pos x="6" y="55"/>
              </a:cxn>
              <a:cxn ang="0">
                <a:pos x="0" y="36"/>
              </a:cxn>
              <a:cxn ang="0">
                <a:pos x="36" y="0"/>
              </a:cxn>
              <a:cxn ang="0">
                <a:pos x="72" y="36"/>
              </a:cxn>
              <a:cxn ang="0">
                <a:pos x="67" y="55"/>
              </a:cxn>
              <a:cxn ang="0">
                <a:pos x="11" y="30"/>
              </a:cxn>
              <a:cxn ang="0">
                <a:pos x="6" y="36"/>
              </a:cxn>
              <a:cxn ang="0">
                <a:pos x="11" y="41"/>
              </a:cxn>
              <a:cxn ang="0">
                <a:pos x="16" y="36"/>
              </a:cxn>
              <a:cxn ang="0">
                <a:pos x="11" y="30"/>
              </a:cxn>
              <a:cxn ang="0">
                <a:pos x="18" y="12"/>
              </a:cxn>
              <a:cxn ang="0">
                <a:pos x="13" y="18"/>
              </a:cxn>
              <a:cxn ang="0">
                <a:pos x="18" y="23"/>
              </a:cxn>
              <a:cxn ang="0">
                <a:pos x="24" y="18"/>
              </a:cxn>
              <a:cxn ang="0">
                <a:pos x="18" y="12"/>
              </a:cxn>
              <a:cxn ang="0">
                <a:pos x="45" y="22"/>
              </a:cxn>
              <a:cxn ang="0">
                <a:pos x="43" y="18"/>
              </a:cxn>
              <a:cxn ang="0">
                <a:pos x="40" y="20"/>
              </a:cxn>
              <a:cxn ang="0">
                <a:pos x="36" y="36"/>
              </a:cxn>
              <a:cxn ang="0">
                <a:pos x="29" y="41"/>
              </a:cxn>
              <a:cxn ang="0">
                <a:pos x="34" y="51"/>
              </a:cxn>
              <a:cxn ang="0">
                <a:pos x="44" y="45"/>
              </a:cxn>
              <a:cxn ang="0">
                <a:pos x="41" y="37"/>
              </a:cxn>
              <a:cxn ang="0">
                <a:pos x="45" y="22"/>
              </a:cxn>
              <a:cxn ang="0">
                <a:pos x="36" y="5"/>
              </a:cxn>
              <a:cxn ang="0">
                <a:pos x="31" y="10"/>
              </a:cxn>
              <a:cxn ang="0">
                <a:pos x="36" y="15"/>
              </a:cxn>
              <a:cxn ang="0">
                <a:pos x="42" y="10"/>
              </a:cxn>
              <a:cxn ang="0">
                <a:pos x="36" y="5"/>
              </a:cxn>
              <a:cxn ang="0">
                <a:pos x="54" y="12"/>
              </a:cxn>
              <a:cxn ang="0">
                <a:pos x="49" y="18"/>
              </a:cxn>
              <a:cxn ang="0">
                <a:pos x="54" y="23"/>
              </a:cxn>
              <a:cxn ang="0">
                <a:pos x="60" y="18"/>
              </a:cxn>
              <a:cxn ang="0">
                <a:pos x="54" y="12"/>
              </a:cxn>
              <a:cxn ang="0">
                <a:pos x="62" y="30"/>
              </a:cxn>
              <a:cxn ang="0">
                <a:pos x="57" y="36"/>
              </a:cxn>
              <a:cxn ang="0">
                <a:pos x="62" y="41"/>
              </a:cxn>
              <a:cxn ang="0">
                <a:pos x="67" y="36"/>
              </a:cxn>
              <a:cxn ang="0">
                <a:pos x="62" y="30"/>
              </a:cxn>
            </a:cxnLst>
            <a:rect l="0" t="0" r="r" b="b"/>
            <a:pathLst>
              <a:path w="72" h="56">
                <a:moveTo>
                  <a:pt x="67" y="55"/>
                </a:moveTo>
                <a:cubicBezTo>
                  <a:pt x="66" y="56"/>
                  <a:pt x="66" y="56"/>
                  <a:pt x="65" y="56"/>
                </a:cubicBezTo>
                <a:cubicBezTo>
                  <a:pt x="8" y="56"/>
                  <a:pt x="8" y="56"/>
                  <a:pt x="8" y="56"/>
                </a:cubicBezTo>
                <a:cubicBezTo>
                  <a:pt x="7" y="56"/>
                  <a:pt x="7" y="56"/>
                  <a:pt x="6" y="55"/>
                </a:cubicBezTo>
                <a:cubicBezTo>
                  <a:pt x="2" y="49"/>
                  <a:pt x="0" y="42"/>
                  <a:pt x="0" y="36"/>
                </a:cubicBezTo>
                <a:cubicBezTo>
                  <a:pt x="0" y="16"/>
                  <a:pt x="17" y="0"/>
                  <a:pt x="36" y="0"/>
                </a:cubicBezTo>
                <a:cubicBezTo>
                  <a:pt x="56" y="0"/>
                  <a:pt x="72" y="16"/>
                  <a:pt x="72" y="36"/>
                </a:cubicBezTo>
                <a:cubicBezTo>
                  <a:pt x="72" y="42"/>
                  <a:pt x="70" y="49"/>
                  <a:pt x="67" y="55"/>
                </a:cubicBezTo>
                <a:close/>
                <a:moveTo>
                  <a:pt x="11" y="30"/>
                </a:moveTo>
                <a:cubicBezTo>
                  <a:pt x="8" y="30"/>
                  <a:pt x="6" y="33"/>
                  <a:pt x="6" y="36"/>
                </a:cubicBezTo>
                <a:cubicBezTo>
                  <a:pt x="6" y="38"/>
                  <a:pt x="8" y="41"/>
                  <a:pt x="11" y="41"/>
                </a:cubicBezTo>
                <a:cubicBezTo>
                  <a:pt x="14" y="41"/>
                  <a:pt x="16" y="38"/>
                  <a:pt x="16" y="36"/>
                </a:cubicBezTo>
                <a:cubicBezTo>
                  <a:pt x="16" y="33"/>
                  <a:pt x="14" y="30"/>
                  <a:pt x="11" y="30"/>
                </a:cubicBezTo>
                <a:close/>
                <a:moveTo>
                  <a:pt x="18" y="12"/>
                </a:moveTo>
                <a:cubicBezTo>
                  <a:pt x="16" y="12"/>
                  <a:pt x="13" y="15"/>
                  <a:pt x="13" y="18"/>
                </a:cubicBezTo>
                <a:cubicBezTo>
                  <a:pt x="13" y="20"/>
                  <a:pt x="16" y="23"/>
                  <a:pt x="18" y="23"/>
                </a:cubicBezTo>
                <a:cubicBezTo>
                  <a:pt x="21" y="23"/>
                  <a:pt x="24" y="20"/>
                  <a:pt x="24" y="18"/>
                </a:cubicBezTo>
                <a:cubicBezTo>
                  <a:pt x="24" y="15"/>
                  <a:pt x="21" y="12"/>
                  <a:pt x="18" y="12"/>
                </a:cubicBezTo>
                <a:close/>
                <a:moveTo>
                  <a:pt x="45" y="22"/>
                </a:moveTo>
                <a:cubicBezTo>
                  <a:pt x="45" y="20"/>
                  <a:pt x="44" y="19"/>
                  <a:pt x="43" y="18"/>
                </a:cubicBezTo>
                <a:cubicBezTo>
                  <a:pt x="42" y="18"/>
                  <a:pt x="40" y="19"/>
                  <a:pt x="40" y="20"/>
                </a:cubicBezTo>
                <a:cubicBezTo>
                  <a:pt x="36" y="36"/>
                  <a:pt x="36" y="36"/>
                  <a:pt x="36" y="36"/>
                </a:cubicBezTo>
                <a:cubicBezTo>
                  <a:pt x="33" y="36"/>
                  <a:pt x="30" y="38"/>
                  <a:pt x="29" y="41"/>
                </a:cubicBezTo>
                <a:cubicBezTo>
                  <a:pt x="28" y="45"/>
                  <a:pt x="30" y="50"/>
                  <a:pt x="34" y="51"/>
                </a:cubicBezTo>
                <a:cubicBezTo>
                  <a:pt x="39" y="52"/>
                  <a:pt x="43" y="49"/>
                  <a:pt x="44" y="45"/>
                </a:cubicBezTo>
                <a:cubicBezTo>
                  <a:pt x="45" y="42"/>
                  <a:pt x="43" y="39"/>
                  <a:pt x="41" y="37"/>
                </a:cubicBezTo>
                <a:lnTo>
                  <a:pt x="45" y="22"/>
                </a:lnTo>
                <a:close/>
                <a:moveTo>
                  <a:pt x="36" y="5"/>
                </a:moveTo>
                <a:cubicBezTo>
                  <a:pt x="34" y="5"/>
                  <a:pt x="31" y="7"/>
                  <a:pt x="31" y="10"/>
                </a:cubicBezTo>
                <a:cubicBezTo>
                  <a:pt x="31" y="13"/>
                  <a:pt x="34" y="15"/>
                  <a:pt x="36" y="15"/>
                </a:cubicBezTo>
                <a:cubicBezTo>
                  <a:pt x="39" y="15"/>
                  <a:pt x="42" y="13"/>
                  <a:pt x="42" y="10"/>
                </a:cubicBezTo>
                <a:cubicBezTo>
                  <a:pt x="42" y="7"/>
                  <a:pt x="39" y="5"/>
                  <a:pt x="36" y="5"/>
                </a:cubicBezTo>
                <a:close/>
                <a:moveTo>
                  <a:pt x="54" y="12"/>
                </a:moveTo>
                <a:cubicBezTo>
                  <a:pt x="52" y="12"/>
                  <a:pt x="49" y="15"/>
                  <a:pt x="49" y="18"/>
                </a:cubicBezTo>
                <a:cubicBezTo>
                  <a:pt x="49" y="20"/>
                  <a:pt x="52" y="23"/>
                  <a:pt x="54" y="23"/>
                </a:cubicBezTo>
                <a:cubicBezTo>
                  <a:pt x="57" y="23"/>
                  <a:pt x="60" y="20"/>
                  <a:pt x="60" y="18"/>
                </a:cubicBezTo>
                <a:cubicBezTo>
                  <a:pt x="60" y="15"/>
                  <a:pt x="57" y="12"/>
                  <a:pt x="54" y="12"/>
                </a:cubicBezTo>
                <a:close/>
                <a:moveTo>
                  <a:pt x="62" y="30"/>
                </a:moveTo>
                <a:cubicBezTo>
                  <a:pt x="59" y="30"/>
                  <a:pt x="57" y="33"/>
                  <a:pt x="57" y="36"/>
                </a:cubicBezTo>
                <a:cubicBezTo>
                  <a:pt x="57" y="38"/>
                  <a:pt x="59" y="41"/>
                  <a:pt x="62" y="41"/>
                </a:cubicBezTo>
                <a:cubicBezTo>
                  <a:pt x="65" y="41"/>
                  <a:pt x="67" y="38"/>
                  <a:pt x="67" y="36"/>
                </a:cubicBezTo>
                <a:cubicBezTo>
                  <a:pt x="67" y="33"/>
                  <a:pt x="65" y="30"/>
                  <a:pt x="62" y="3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49" name="Group 33">
            <a:extLst>
              <a:ext uri="{FF2B5EF4-FFF2-40B4-BE49-F238E27FC236}">
                <a16:creationId xmlns:a16="http://schemas.microsoft.com/office/drawing/2014/main" id="{1328E01E-9574-FB43-CA77-7FF6106E8AB9}"/>
              </a:ext>
            </a:extLst>
          </p:cNvPr>
          <p:cNvGrpSpPr/>
          <p:nvPr/>
        </p:nvGrpSpPr>
        <p:grpSpPr>
          <a:xfrm>
            <a:off x="2604209" y="5473879"/>
            <a:ext cx="2681052" cy="680515"/>
            <a:chOff x="494562" y="1289285"/>
            <a:chExt cx="2681052" cy="680515"/>
          </a:xfrm>
        </p:grpSpPr>
        <p:sp>
          <p:nvSpPr>
            <p:cNvPr id="50" name="Text Placeholder 3">
              <a:extLst>
                <a:ext uri="{FF2B5EF4-FFF2-40B4-BE49-F238E27FC236}">
                  <a16:creationId xmlns:a16="http://schemas.microsoft.com/office/drawing/2014/main" id="{0CC8379E-5C8D-2357-821A-C6BC04D442A0}"/>
                </a:ext>
              </a:extLst>
            </p:cNvPr>
            <p:cNvSpPr txBox="1">
              <a:spLocks/>
            </p:cNvSpPr>
            <p:nvPr/>
          </p:nvSpPr>
          <p:spPr>
            <a:xfrm>
              <a:off x="561413" y="1289285"/>
              <a:ext cx="1591782" cy="246221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>
                <a:spcBef>
                  <a:spcPct val="20000"/>
                </a:spcBef>
                <a:buFont typeface="Arial" pitchFamily="34" charset="0"/>
                <a:buNone/>
                <a:defRPr/>
              </a:pPr>
              <a:r>
                <a:rPr lang="en-US" sz="1600" b="1" dirty="0">
                  <a:solidFill>
                    <a:srgbClr val="15AA96"/>
                  </a:solidFill>
                  <a:latin typeface="Roboto Condensed"/>
                </a:rPr>
                <a:t>Query Management</a:t>
              </a:r>
            </a:p>
          </p:txBody>
        </p:sp>
        <p:sp>
          <p:nvSpPr>
            <p:cNvPr id="51" name="Text Placeholder 3">
              <a:extLst>
                <a:ext uri="{FF2B5EF4-FFF2-40B4-BE49-F238E27FC236}">
                  <a16:creationId xmlns:a16="http://schemas.microsoft.com/office/drawing/2014/main" id="{5197840A-B753-DB7B-3F71-D496A6169215}"/>
                </a:ext>
              </a:extLst>
            </p:cNvPr>
            <p:cNvSpPr txBox="1">
              <a:spLocks/>
            </p:cNvSpPr>
            <p:nvPr/>
          </p:nvSpPr>
          <p:spPr>
            <a:xfrm>
              <a:off x="494562" y="1631246"/>
              <a:ext cx="2681052" cy="338554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171450" indent="-171450" algn="l" defTabSz="1031626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Roboto Condensed"/>
                </a:rPr>
                <a:t>History Track previously generated queries</a:t>
              </a:r>
            </a:p>
            <a:p>
              <a:pPr marL="171450" indent="-171450" algn="l" defTabSz="1031626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Roboto Condensed"/>
                </a:rPr>
                <a:t>Reuse past queries for faster workflows</a:t>
              </a:r>
            </a:p>
          </p:txBody>
        </p:sp>
      </p:grpSp>
      <p:grpSp>
        <p:nvGrpSpPr>
          <p:cNvPr id="55" name="Group 37">
            <a:extLst>
              <a:ext uri="{FF2B5EF4-FFF2-40B4-BE49-F238E27FC236}">
                <a16:creationId xmlns:a16="http://schemas.microsoft.com/office/drawing/2014/main" id="{31EB0D13-7B39-ADFC-B2CB-96C40460C821}"/>
              </a:ext>
            </a:extLst>
          </p:cNvPr>
          <p:cNvGrpSpPr/>
          <p:nvPr/>
        </p:nvGrpSpPr>
        <p:grpSpPr>
          <a:xfrm>
            <a:off x="10188942" y="4853790"/>
            <a:ext cx="2811367" cy="1080360"/>
            <a:chOff x="741362" y="1304396"/>
            <a:chExt cx="2811367" cy="1080360"/>
          </a:xfrm>
        </p:grpSpPr>
        <p:sp>
          <p:nvSpPr>
            <p:cNvPr id="56" name="Text Placeholder 3">
              <a:extLst>
                <a:ext uri="{FF2B5EF4-FFF2-40B4-BE49-F238E27FC236}">
                  <a16:creationId xmlns:a16="http://schemas.microsoft.com/office/drawing/2014/main" id="{DFACEC51-4F8D-E92D-2A23-2BB4D6059F5F}"/>
                </a:ext>
              </a:extLst>
            </p:cNvPr>
            <p:cNvSpPr txBox="1">
              <a:spLocks/>
            </p:cNvSpPr>
            <p:nvPr/>
          </p:nvSpPr>
          <p:spPr>
            <a:xfrm>
              <a:off x="792358" y="1304396"/>
              <a:ext cx="2760371" cy="246221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r">
                <a:spcBef>
                  <a:spcPct val="20000"/>
                </a:spcBef>
                <a:buFont typeface="Arial" pitchFamily="34" charset="0"/>
                <a:buNone/>
                <a:defRPr/>
              </a:pPr>
              <a:r>
                <a:rPr lang="en-US" sz="1600" b="1" dirty="0">
                  <a:solidFill>
                    <a:srgbClr val="9BB955"/>
                  </a:solidFill>
                  <a:latin typeface="Roboto Condensed"/>
                </a:rPr>
                <a:t>Customization &amp; Data Interaction </a:t>
              </a:r>
            </a:p>
          </p:txBody>
        </p:sp>
        <p:sp>
          <p:nvSpPr>
            <p:cNvPr id="57" name="Text Placeholder 3">
              <a:extLst>
                <a:ext uri="{FF2B5EF4-FFF2-40B4-BE49-F238E27FC236}">
                  <a16:creationId xmlns:a16="http://schemas.microsoft.com/office/drawing/2014/main" id="{FD9CC256-9329-0FB4-F156-5D95F15F81AB}"/>
                </a:ext>
              </a:extLst>
            </p:cNvPr>
            <p:cNvSpPr txBox="1">
              <a:spLocks/>
            </p:cNvSpPr>
            <p:nvPr/>
          </p:nvSpPr>
          <p:spPr>
            <a:xfrm>
              <a:off x="741362" y="1538370"/>
              <a:ext cx="2772678" cy="846386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171450" indent="-171450" algn="l" defTabSz="1031626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Roboto Condensed"/>
                </a:rPr>
                <a:t>Customize query generation parameters</a:t>
              </a:r>
            </a:p>
            <a:p>
              <a:pPr marL="171450" indent="-171450" algn="l" defTabSz="1031626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Roboto Condensed"/>
                </a:rPr>
                <a:t>Control LLM behavior (complexity, format, filters)</a:t>
              </a:r>
            </a:p>
            <a:p>
              <a:pPr marL="171450" indent="-171450" algn="l" defTabSz="1031626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262626">
                      <a:lumMod val="50000"/>
                      <a:lumOff val="50000"/>
                    </a:srgbClr>
                  </a:solidFill>
                  <a:latin typeface="Roboto Condensed"/>
                </a:rPr>
                <a:t>Export results (CSV / Excel)</a:t>
              </a:r>
            </a:p>
            <a:p>
              <a:pPr algn="l" defTabSz="1031626"/>
              <a:endParaRPr lang="en-US" sz="1100" dirty="0">
                <a:solidFill>
                  <a:srgbClr val="262626">
                    <a:lumMod val="50000"/>
                    <a:lumOff val="50000"/>
                  </a:srgbClr>
                </a:solidFill>
                <a:latin typeface="Roboto Condensed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CD0F5DD-44C9-4A84-1DAF-D856CE55FD9F}"/>
              </a:ext>
            </a:extLst>
          </p:cNvPr>
          <p:cNvGrpSpPr/>
          <p:nvPr/>
        </p:nvGrpSpPr>
        <p:grpSpPr>
          <a:xfrm>
            <a:off x="8318390" y="5147117"/>
            <a:ext cx="923759" cy="825715"/>
            <a:chOff x="1164266" y="2140339"/>
            <a:chExt cx="1229523" cy="1099028"/>
          </a:xfrm>
          <a:solidFill>
            <a:schemeClr val="bg1"/>
          </a:solidFill>
        </p:grpSpPr>
        <p:sp>
          <p:nvSpPr>
            <p:cNvPr id="61" name="Freeform 94">
              <a:extLst>
                <a:ext uri="{FF2B5EF4-FFF2-40B4-BE49-F238E27FC236}">
                  <a16:creationId xmlns:a16="http://schemas.microsoft.com/office/drawing/2014/main" id="{2302DF55-DF81-2D74-4383-E4092D41C5A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573714" y="2328299"/>
              <a:ext cx="452541" cy="328032"/>
            </a:xfrm>
            <a:custGeom>
              <a:avLst/>
              <a:gdLst/>
              <a:ahLst/>
              <a:cxnLst>
                <a:cxn ang="0">
                  <a:pos x="241" y="389"/>
                </a:cxn>
                <a:cxn ang="0">
                  <a:pos x="410" y="422"/>
                </a:cxn>
                <a:cxn ang="0">
                  <a:pos x="517" y="385"/>
                </a:cxn>
                <a:cxn ang="0">
                  <a:pos x="626" y="183"/>
                </a:cxn>
                <a:cxn ang="0">
                  <a:pos x="473" y="18"/>
                </a:cxn>
                <a:cxn ang="0">
                  <a:pos x="305" y="99"/>
                </a:cxn>
                <a:cxn ang="0">
                  <a:pos x="286" y="112"/>
                </a:cxn>
                <a:cxn ang="0">
                  <a:pos x="265" y="102"/>
                </a:cxn>
                <a:cxn ang="0">
                  <a:pos x="115" y="81"/>
                </a:cxn>
                <a:cxn ang="0">
                  <a:pos x="0" y="197"/>
                </a:cxn>
                <a:cxn ang="0">
                  <a:pos x="15" y="207"/>
                </a:cxn>
                <a:cxn ang="0">
                  <a:pos x="144" y="456"/>
                </a:cxn>
                <a:cxn ang="0">
                  <a:pos x="241" y="389"/>
                </a:cxn>
              </a:cxnLst>
              <a:rect l="0" t="0" r="r" b="b"/>
              <a:pathLst>
                <a:path w="630" h="456">
                  <a:moveTo>
                    <a:pt x="241" y="389"/>
                  </a:moveTo>
                  <a:cubicBezTo>
                    <a:pt x="322" y="372"/>
                    <a:pt x="383" y="404"/>
                    <a:pt x="410" y="422"/>
                  </a:cubicBezTo>
                  <a:cubicBezTo>
                    <a:pt x="430" y="411"/>
                    <a:pt x="469" y="392"/>
                    <a:pt x="517" y="385"/>
                  </a:cubicBezTo>
                  <a:cubicBezTo>
                    <a:pt x="518" y="326"/>
                    <a:pt x="543" y="229"/>
                    <a:pt x="626" y="183"/>
                  </a:cubicBezTo>
                  <a:cubicBezTo>
                    <a:pt x="630" y="140"/>
                    <a:pt x="596" y="38"/>
                    <a:pt x="473" y="18"/>
                  </a:cubicBezTo>
                  <a:cubicBezTo>
                    <a:pt x="360" y="0"/>
                    <a:pt x="308" y="95"/>
                    <a:pt x="305" y="99"/>
                  </a:cubicBezTo>
                  <a:cubicBezTo>
                    <a:pt x="302" y="106"/>
                    <a:pt x="294" y="111"/>
                    <a:pt x="286" y="112"/>
                  </a:cubicBezTo>
                  <a:cubicBezTo>
                    <a:pt x="278" y="112"/>
                    <a:pt x="270" y="109"/>
                    <a:pt x="265" y="102"/>
                  </a:cubicBezTo>
                  <a:cubicBezTo>
                    <a:pt x="263" y="100"/>
                    <a:pt x="226" y="54"/>
                    <a:pt x="115" y="81"/>
                  </a:cubicBezTo>
                  <a:cubicBezTo>
                    <a:pt x="23" y="102"/>
                    <a:pt x="4" y="172"/>
                    <a:pt x="0" y="197"/>
                  </a:cubicBezTo>
                  <a:cubicBezTo>
                    <a:pt x="5" y="200"/>
                    <a:pt x="10" y="203"/>
                    <a:pt x="15" y="207"/>
                  </a:cubicBezTo>
                  <a:cubicBezTo>
                    <a:pt x="108" y="274"/>
                    <a:pt x="136" y="382"/>
                    <a:pt x="144" y="456"/>
                  </a:cubicBezTo>
                  <a:cubicBezTo>
                    <a:pt x="163" y="426"/>
                    <a:pt x="194" y="398"/>
                    <a:pt x="241" y="38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63" name="Freeform 95">
              <a:extLst>
                <a:ext uri="{FF2B5EF4-FFF2-40B4-BE49-F238E27FC236}">
                  <a16:creationId xmlns:a16="http://schemas.microsoft.com/office/drawing/2014/main" id="{03DDDE62-DE9C-3CA4-40B6-15DEF2F9C94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164266" y="2140339"/>
              <a:ext cx="1229523" cy="1099028"/>
            </a:xfrm>
            <a:custGeom>
              <a:avLst/>
              <a:gdLst/>
              <a:ahLst/>
              <a:cxnLst>
                <a:cxn ang="0">
                  <a:pos x="1586" y="533"/>
                </a:cxn>
                <a:cxn ang="0">
                  <a:pos x="1180" y="215"/>
                </a:cxn>
                <a:cxn ang="0">
                  <a:pos x="327" y="309"/>
                </a:cxn>
                <a:cxn ang="0">
                  <a:pos x="446" y="934"/>
                </a:cxn>
                <a:cxn ang="0">
                  <a:pos x="498" y="508"/>
                </a:cxn>
                <a:cxn ang="0">
                  <a:pos x="264" y="643"/>
                </a:cxn>
                <a:cxn ang="0">
                  <a:pos x="415" y="697"/>
                </a:cxn>
                <a:cxn ang="0">
                  <a:pos x="434" y="741"/>
                </a:cxn>
                <a:cxn ang="0">
                  <a:pos x="219" y="660"/>
                </a:cxn>
                <a:cxn ang="0">
                  <a:pos x="466" y="438"/>
                </a:cxn>
                <a:cxn ang="0">
                  <a:pos x="790" y="314"/>
                </a:cxn>
                <a:cxn ang="0">
                  <a:pos x="1145" y="323"/>
                </a:cxn>
                <a:cxn ang="0">
                  <a:pos x="1449" y="496"/>
                </a:cxn>
                <a:cxn ang="0">
                  <a:pos x="1556" y="882"/>
                </a:cxn>
                <a:cxn ang="0">
                  <a:pos x="1272" y="974"/>
                </a:cxn>
                <a:cxn ang="0">
                  <a:pos x="807" y="1047"/>
                </a:cxn>
                <a:cxn ang="0">
                  <a:pos x="717" y="974"/>
                </a:cxn>
                <a:cxn ang="0">
                  <a:pos x="760" y="954"/>
                </a:cxn>
                <a:cxn ang="0">
                  <a:pos x="942" y="931"/>
                </a:cxn>
                <a:cxn ang="0">
                  <a:pos x="1454" y="953"/>
                </a:cxn>
                <a:cxn ang="0">
                  <a:pos x="1460" y="727"/>
                </a:cxn>
                <a:cxn ang="0">
                  <a:pos x="1415" y="530"/>
                </a:cxn>
                <a:cxn ang="0">
                  <a:pos x="1076" y="644"/>
                </a:cxn>
                <a:cxn ang="0">
                  <a:pos x="1264" y="785"/>
                </a:cxn>
                <a:cxn ang="0">
                  <a:pos x="934" y="733"/>
                </a:cxn>
                <a:cxn ang="0">
                  <a:pos x="762" y="698"/>
                </a:cxn>
                <a:cxn ang="0">
                  <a:pos x="649" y="831"/>
                </a:cxn>
                <a:cxn ang="0">
                  <a:pos x="467" y="1053"/>
                </a:cxn>
                <a:cxn ang="0">
                  <a:pos x="817" y="1278"/>
                </a:cxn>
                <a:cxn ang="0">
                  <a:pos x="1161" y="1148"/>
                </a:cxn>
                <a:cxn ang="0">
                  <a:pos x="1107" y="1079"/>
                </a:cxn>
                <a:cxn ang="0">
                  <a:pos x="1206" y="1132"/>
                </a:cxn>
                <a:cxn ang="0">
                  <a:pos x="1176" y="1277"/>
                </a:cxn>
                <a:cxn ang="0">
                  <a:pos x="837" y="1335"/>
                </a:cxn>
                <a:cxn ang="0">
                  <a:pos x="1340" y="1413"/>
                </a:cxn>
                <a:cxn ang="0">
                  <a:pos x="1704" y="806"/>
                </a:cxn>
              </a:cxnLst>
              <a:rect l="0" t="0" r="r" b="b"/>
              <a:pathLst>
                <a:path w="1711" h="1531">
                  <a:moveTo>
                    <a:pt x="1704" y="806"/>
                  </a:moveTo>
                  <a:cubicBezTo>
                    <a:pt x="1698" y="609"/>
                    <a:pt x="1586" y="533"/>
                    <a:pt x="1586" y="533"/>
                  </a:cubicBezTo>
                  <a:cubicBezTo>
                    <a:pt x="1586" y="533"/>
                    <a:pt x="1573" y="438"/>
                    <a:pt x="1486" y="336"/>
                  </a:cubicBezTo>
                  <a:cubicBezTo>
                    <a:pt x="1352" y="188"/>
                    <a:pt x="1180" y="215"/>
                    <a:pt x="1180" y="215"/>
                  </a:cubicBezTo>
                  <a:cubicBezTo>
                    <a:pt x="959" y="0"/>
                    <a:pt x="732" y="165"/>
                    <a:pt x="732" y="165"/>
                  </a:cubicBezTo>
                  <a:cubicBezTo>
                    <a:pt x="417" y="62"/>
                    <a:pt x="327" y="309"/>
                    <a:pt x="327" y="309"/>
                  </a:cubicBezTo>
                  <a:cubicBezTo>
                    <a:pt x="147" y="328"/>
                    <a:pt x="0" y="540"/>
                    <a:pt x="132" y="766"/>
                  </a:cubicBezTo>
                  <a:cubicBezTo>
                    <a:pt x="233" y="940"/>
                    <a:pt x="382" y="942"/>
                    <a:pt x="446" y="934"/>
                  </a:cubicBezTo>
                  <a:cubicBezTo>
                    <a:pt x="466" y="879"/>
                    <a:pt x="511" y="818"/>
                    <a:pt x="608" y="791"/>
                  </a:cubicBezTo>
                  <a:cubicBezTo>
                    <a:pt x="609" y="782"/>
                    <a:pt x="621" y="597"/>
                    <a:pt x="498" y="508"/>
                  </a:cubicBezTo>
                  <a:cubicBezTo>
                    <a:pt x="424" y="455"/>
                    <a:pt x="342" y="468"/>
                    <a:pt x="297" y="503"/>
                  </a:cubicBezTo>
                  <a:cubicBezTo>
                    <a:pt x="254" y="536"/>
                    <a:pt x="242" y="587"/>
                    <a:pt x="264" y="643"/>
                  </a:cubicBezTo>
                  <a:cubicBezTo>
                    <a:pt x="275" y="671"/>
                    <a:pt x="292" y="690"/>
                    <a:pt x="316" y="700"/>
                  </a:cubicBezTo>
                  <a:cubicBezTo>
                    <a:pt x="361" y="719"/>
                    <a:pt x="415" y="697"/>
                    <a:pt x="415" y="697"/>
                  </a:cubicBezTo>
                  <a:cubicBezTo>
                    <a:pt x="427" y="692"/>
                    <a:pt x="441" y="697"/>
                    <a:pt x="447" y="710"/>
                  </a:cubicBezTo>
                  <a:cubicBezTo>
                    <a:pt x="452" y="722"/>
                    <a:pt x="446" y="736"/>
                    <a:pt x="434" y="741"/>
                  </a:cubicBezTo>
                  <a:cubicBezTo>
                    <a:pt x="431" y="742"/>
                    <a:pt x="361" y="771"/>
                    <a:pt x="297" y="744"/>
                  </a:cubicBezTo>
                  <a:cubicBezTo>
                    <a:pt x="262" y="730"/>
                    <a:pt x="235" y="701"/>
                    <a:pt x="219" y="660"/>
                  </a:cubicBezTo>
                  <a:cubicBezTo>
                    <a:pt x="189" y="584"/>
                    <a:pt x="208" y="511"/>
                    <a:pt x="268" y="465"/>
                  </a:cubicBezTo>
                  <a:cubicBezTo>
                    <a:pt x="323" y="422"/>
                    <a:pt x="398" y="413"/>
                    <a:pt x="466" y="438"/>
                  </a:cubicBezTo>
                  <a:cubicBezTo>
                    <a:pt x="478" y="387"/>
                    <a:pt x="518" y="319"/>
                    <a:pt x="614" y="296"/>
                  </a:cubicBezTo>
                  <a:cubicBezTo>
                    <a:pt x="707" y="274"/>
                    <a:pt x="762" y="295"/>
                    <a:pt x="790" y="314"/>
                  </a:cubicBezTo>
                  <a:cubicBezTo>
                    <a:pt x="824" y="270"/>
                    <a:pt x="893" y="217"/>
                    <a:pt x="992" y="233"/>
                  </a:cubicBezTo>
                  <a:cubicBezTo>
                    <a:pt x="1074" y="246"/>
                    <a:pt x="1121" y="289"/>
                    <a:pt x="1145" y="323"/>
                  </a:cubicBezTo>
                  <a:cubicBezTo>
                    <a:pt x="1168" y="355"/>
                    <a:pt x="1182" y="392"/>
                    <a:pt x="1185" y="426"/>
                  </a:cubicBezTo>
                  <a:cubicBezTo>
                    <a:pt x="1278" y="403"/>
                    <a:pt x="1386" y="432"/>
                    <a:pt x="1449" y="496"/>
                  </a:cubicBezTo>
                  <a:cubicBezTo>
                    <a:pt x="1501" y="549"/>
                    <a:pt x="1519" y="621"/>
                    <a:pt x="1500" y="699"/>
                  </a:cubicBezTo>
                  <a:cubicBezTo>
                    <a:pt x="1524" y="723"/>
                    <a:pt x="1570" y="782"/>
                    <a:pt x="1556" y="882"/>
                  </a:cubicBezTo>
                  <a:cubicBezTo>
                    <a:pt x="1549" y="935"/>
                    <a:pt x="1520" y="976"/>
                    <a:pt x="1474" y="997"/>
                  </a:cubicBezTo>
                  <a:cubicBezTo>
                    <a:pt x="1416" y="1024"/>
                    <a:pt x="1336" y="1015"/>
                    <a:pt x="1272" y="974"/>
                  </a:cubicBezTo>
                  <a:cubicBezTo>
                    <a:pt x="1180" y="916"/>
                    <a:pt x="1038" y="913"/>
                    <a:pt x="972" y="968"/>
                  </a:cubicBezTo>
                  <a:cubicBezTo>
                    <a:pt x="922" y="1010"/>
                    <a:pt x="863" y="1052"/>
                    <a:pt x="807" y="1047"/>
                  </a:cubicBezTo>
                  <a:cubicBezTo>
                    <a:pt x="803" y="1047"/>
                    <a:pt x="799" y="1046"/>
                    <a:pt x="794" y="1045"/>
                  </a:cubicBezTo>
                  <a:cubicBezTo>
                    <a:pt x="762" y="1038"/>
                    <a:pt x="735" y="1014"/>
                    <a:pt x="717" y="974"/>
                  </a:cubicBezTo>
                  <a:cubicBezTo>
                    <a:pt x="711" y="962"/>
                    <a:pt x="716" y="948"/>
                    <a:pt x="728" y="942"/>
                  </a:cubicBezTo>
                  <a:cubicBezTo>
                    <a:pt x="740" y="937"/>
                    <a:pt x="754" y="942"/>
                    <a:pt x="760" y="954"/>
                  </a:cubicBezTo>
                  <a:cubicBezTo>
                    <a:pt x="772" y="980"/>
                    <a:pt x="787" y="994"/>
                    <a:pt x="805" y="998"/>
                  </a:cubicBezTo>
                  <a:cubicBezTo>
                    <a:pt x="844" y="1007"/>
                    <a:pt x="902" y="964"/>
                    <a:pt x="942" y="931"/>
                  </a:cubicBezTo>
                  <a:cubicBezTo>
                    <a:pt x="1024" y="862"/>
                    <a:pt x="1187" y="864"/>
                    <a:pt x="1297" y="934"/>
                  </a:cubicBezTo>
                  <a:cubicBezTo>
                    <a:pt x="1348" y="966"/>
                    <a:pt x="1410" y="974"/>
                    <a:pt x="1454" y="953"/>
                  </a:cubicBezTo>
                  <a:cubicBezTo>
                    <a:pt x="1485" y="939"/>
                    <a:pt x="1504" y="912"/>
                    <a:pt x="1509" y="876"/>
                  </a:cubicBezTo>
                  <a:cubicBezTo>
                    <a:pt x="1523" y="774"/>
                    <a:pt x="1460" y="728"/>
                    <a:pt x="1460" y="727"/>
                  </a:cubicBezTo>
                  <a:cubicBezTo>
                    <a:pt x="1451" y="721"/>
                    <a:pt x="1448" y="711"/>
                    <a:pt x="1450" y="701"/>
                  </a:cubicBezTo>
                  <a:cubicBezTo>
                    <a:pt x="1470" y="633"/>
                    <a:pt x="1458" y="574"/>
                    <a:pt x="1415" y="530"/>
                  </a:cubicBezTo>
                  <a:cubicBezTo>
                    <a:pt x="1363" y="476"/>
                    <a:pt x="1272" y="453"/>
                    <a:pt x="1195" y="473"/>
                  </a:cubicBezTo>
                  <a:cubicBezTo>
                    <a:pt x="1093" y="499"/>
                    <a:pt x="1078" y="609"/>
                    <a:pt x="1076" y="644"/>
                  </a:cubicBezTo>
                  <a:cubicBezTo>
                    <a:pt x="1136" y="647"/>
                    <a:pt x="1204" y="674"/>
                    <a:pt x="1267" y="751"/>
                  </a:cubicBezTo>
                  <a:cubicBezTo>
                    <a:pt x="1275" y="762"/>
                    <a:pt x="1274" y="777"/>
                    <a:pt x="1264" y="785"/>
                  </a:cubicBezTo>
                  <a:cubicBezTo>
                    <a:pt x="1253" y="794"/>
                    <a:pt x="1238" y="792"/>
                    <a:pt x="1230" y="782"/>
                  </a:cubicBezTo>
                  <a:cubicBezTo>
                    <a:pt x="1095" y="617"/>
                    <a:pt x="941" y="728"/>
                    <a:pt x="934" y="733"/>
                  </a:cubicBezTo>
                  <a:cubicBezTo>
                    <a:pt x="925" y="740"/>
                    <a:pt x="912" y="739"/>
                    <a:pt x="904" y="732"/>
                  </a:cubicBezTo>
                  <a:cubicBezTo>
                    <a:pt x="902" y="730"/>
                    <a:pt x="845" y="681"/>
                    <a:pt x="762" y="698"/>
                  </a:cubicBezTo>
                  <a:cubicBezTo>
                    <a:pt x="683" y="714"/>
                    <a:pt x="669" y="810"/>
                    <a:pt x="669" y="811"/>
                  </a:cubicBezTo>
                  <a:cubicBezTo>
                    <a:pt x="667" y="821"/>
                    <a:pt x="659" y="829"/>
                    <a:pt x="649" y="831"/>
                  </a:cubicBezTo>
                  <a:cubicBezTo>
                    <a:pt x="466" y="864"/>
                    <a:pt x="476" y="1025"/>
                    <a:pt x="476" y="1032"/>
                  </a:cubicBezTo>
                  <a:cubicBezTo>
                    <a:pt x="477" y="1040"/>
                    <a:pt x="473" y="1048"/>
                    <a:pt x="467" y="1053"/>
                  </a:cubicBezTo>
                  <a:cubicBezTo>
                    <a:pt x="495" y="1292"/>
                    <a:pt x="815" y="1270"/>
                    <a:pt x="815" y="1270"/>
                  </a:cubicBezTo>
                  <a:cubicBezTo>
                    <a:pt x="816" y="1273"/>
                    <a:pt x="816" y="1276"/>
                    <a:pt x="817" y="1278"/>
                  </a:cubicBezTo>
                  <a:cubicBezTo>
                    <a:pt x="826" y="1282"/>
                    <a:pt x="1041" y="1363"/>
                    <a:pt x="1138" y="1248"/>
                  </a:cubicBezTo>
                  <a:cubicBezTo>
                    <a:pt x="1162" y="1208"/>
                    <a:pt x="1170" y="1174"/>
                    <a:pt x="1161" y="1148"/>
                  </a:cubicBezTo>
                  <a:cubicBezTo>
                    <a:pt x="1151" y="1120"/>
                    <a:pt x="1122" y="1110"/>
                    <a:pt x="1122" y="1110"/>
                  </a:cubicBezTo>
                  <a:cubicBezTo>
                    <a:pt x="1109" y="1106"/>
                    <a:pt x="1103" y="1092"/>
                    <a:pt x="1107" y="1079"/>
                  </a:cubicBezTo>
                  <a:cubicBezTo>
                    <a:pt x="1111" y="1067"/>
                    <a:pt x="1125" y="1060"/>
                    <a:pt x="1138" y="1064"/>
                  </a:cubicBezTo>
                  <a:cubicBezTo>
                    <a:pt x="1140" y="1065"/>
                    <a:pt x="1188" y="1082"/>
                    <a:pt x="1206" y="1132"/>
                  </a:cubicBezTo>
                  <a:cubicBezTo>
                    <a:pt x="1221" y="1172"/>
                    <a:pt x="1211" y="1220"/>
                    <a:pt x="1178" y="1274"/>
                  </a:cubicBezTo>
                  <a:cubicBezTo>
                    <a:pt x="1177" y="1275"/>
                    <a:pt x="1177" y="1276"/>
                    <a:pt x="1176" y="1277"/>
                  </a:cubicBezTo>
                  <a:cubicBezTo>
                    <a:pt x="1116" y="1350"/>
                    <a:pt x="1024" y="1363"/>
                    <a:pt x="946" y="1356"/>
                  </a:cubicBezTo>
                  <a:cubicBezTo>
                    <a:pt x="903" y="1353"/>
                    <a:pt x="864" y="1343"/>
                    <a:pt x="837" y="1335"/>
                  </a:cubicBezTo>
                  <a:cubicBezTo>
                    <a:pt x="893" y="1460"/>
                    <a:pt x="1019" y="1517"/>
                    <a:pt x="1153" y="1523"/>
                  </a:cubicBezTo>
                  <a:cubicBezTo>
                    <a:pt x="1310" y="1531"/>
                    <a:pt x="1340" y="1413"/>
                    <a:pt x="1340" y="1413"/>
                  </a:cubicBezTo>
                  <a:cubicBezTo>
                    <a:pt x="1551" y="1329"/>
                    <a:pt x="1506" y="1116"/>
                    <a:pt x="1506" y="1116"/>
                  </a:cubicBezTo>
                  <a:cubicBezTo>
                    <a:pt x="1594" y="1103"/>
                    <a:pt x="1711" y="1004"/>
                    <a:pt x="1704" y="80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34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D01BE0-B5A9-7F83-CF6F-2279E4725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Engage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BB40E5-CEE9-A13A-4296-5B9FE67749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71D6A2E5-54EF-45F4-940C-93C5F9E07F73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40867"/>
      </p:ext>
    </p:extLst>
  </p:cSld>
  <p:clrMapOvr>
    <a:masterClrMapping/>
  </p:clrMapOvr>
</p:sld>
</file>

<file path=ppt/theme/theme1.xml><?xml version="1.0" encoding="utf-8"?>
<a:theme xmlns:a="http://schemas.openxmlformats.org/drawingml/2006/main" name="Dark_theme">
  <a:themeElements>
    <a:clrScheme name="Coforge_color_2023">
      <a:dk1>
        <a:srgbClr val="505050"/>
      </a:dk1>
      <a:lt1>
        <a:sysClr val="window" lastClr="FFFFFF"/>
      </a:lt1>
      <a:dk2>
        <a:srgbClr val="141414"/>
      </a:dk2>
      <a:lt2>
        <a:srgbClr val="E7E6E6"/>
      </a:lt2>
      <a:accent1>
        <a:srgbClr val="082340"/>
      </a:accent1>
      <a:accent2>
        <a:srgbClr val="F15B40"/>
      </a:accent2>
      <a:accent3>
        <a:srgbClr val="00A792"/>
      </a:accent3>
      <a:accent4>
        <a:srgbClr val="F68B28"/>
      </a:accent4>
      <a:accent5>
        <a:srgbClr val="5F8AC7"/>
      </a:accent5>
      <a:accent6>
        <a:srgbClr val="F68D76"/>
      </a:accent6>
      <a:hlink>
        <a:srgbClr val="5F8AC7"/>
      </a:hlink>
      <a:folHlink>
        <a:srgbClr val="F15B40"/>
      </a:folHlink>
    </a:clrScheme>
    <a:fontScheme name="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Green-Medium">
      <a:srgbClr val="4CC0AD"/>
    </a:custClr>
    <a:custClr name="Green-MediumLight">
      <a:srgbClr val="AADCD7"/>
    </a:custClr>
    <a:custClr name="Green-Light">
      <a:srgbClr val="E6F5F0"/>
    </a:custClr>
    <a:custClr name="DeepYellow-Medium">
      <a:srgbClr val="FAA85F"/>
    </a:custClr>
    <a:custClr name="DeepYellow-MediumLight">
      <a:srgbClr val="FFDCB4"/>
    </a:custClr>
    <a:custClr name="DeepYellow-Light">
      <a:srgbClr val="FFF5E1"/>
    </a:custClr>
    <a:custClr name="SecondaryBlue-Medium">
      <a:srgbClr val="8CAAD7"/>
    </a:custClr>
    <a:custClr name="SecondaryBlue-MediumLight">
      <a:srgbClr val="BBC9E7"/>
    </a:custClr>
    <a:custClr name="SecondaryBlue-Light">
      <a:srgbClr val="E1E8F5"/>
    </a:custClr>
    <a:custClr name="SecondaryPeach-Medium">
      <a:srgbClr val="FAAF96"/>
    </a:custClr>
    <a:custClr name="SecondaryPeach-MediumLight">
      <a:srgbClr val="FBC9BC"/>
    </a:custClr>
    <a:custClr name="SecondaryPeach-Light">
      <a:srgbClr val="FFEBE6"/>
    </a:custClr>
    <a:custClr name="SecondaryPurple-Medium">
      <a:srgbClr val="B19ACA"/>
    </a:custClr>
    <a:custClr name="SecondaryPurple-MediumLight">
      <a:srgbClr val="C7BBDC"/>
    </a:custClr>
    <a:custClr name="SecondaryPurple-Light">
      <a:srgbClr val="F0E6F0"/>
    </a:custClr>
    <a:custClr name="SecondaryBrown-Medium">
      <a:srgbClr val="E4BE92"/>
    </a:custClr>
    <a:custClr name="SecondaryBrown-MediumLight">
      <a:srgbClr val="F0D6B4"/>
    </a:custClr>
    <a:custClr name="SecondaryBrown-Light">
      <a:srgbClr val="FFF5E6"/>
    </a:custClr>
    <a:custClr name="SecondaryGray-Medium">
      <a:srgbClr val="A0A1A2"/>
    </a:custClr>
    <a:custClr name="SecondaryGray-MediumLight">
      <a:srgbClr val="CDCDCD"/>
    </a:custClr>
    <a:custClr name="SecondaryGray-Light">
      <a:srgbClr val="EBEBEB"/>
    </a:custClr>
  </a:custClrLst>
  <a:extLst>
    <a:ext uri="{05A4C25C-085E-4340-85A3-A5531E510DB2}">
      <thm15:themeFamily xmlns:thm15="http://schemas.microsoft.com/office/thememl/2012/main" name="Coforge_2023_v3" id="{5EDCFB63-99E3-42E0-8EAA-58824C178C01}" vid="{1911C7C7-5A44-4A9F-97AD-D74106796935}"/>
    </a:ext>
  </a:extLst>
</a:theme>
</file>

<file path=ppt/theme/theme2.xml><?xml version="1.0" encoding="utf-8"?>
<a:theme xmlns:a="http://schemas.openxmlformats.org/drawingml/2006/main" name="Light_theme">
  <a:themeElements>
    <a:clrScheme name="Coforge_color_2023">
      <a:dk1>
        <a:srgbClr val="505050"/>
      </a:dk1>
      <a:lt1>
        <a:sysClr val="window" lastClr="FFFFFF"/>
      </a:lt1>
      <a:dk2>
        <a:srgbClr val="141414"/>
      </a:dk2>
      <a:lt2>
        <a:srgbClr val="E7E6E6"/>
      </a:lt2>
      <a:accent1>
        <a:srgbClr val="082340"/>
      </a:accent1>
      <a:accent2>
        <a:srgbClr val="F15B40"/>
      </a:accent2>
      <a:accent3>
        <a:srgbClr val="00A792"/>
      </a:accent3>
      <a:accent4>
        <a:srgbClr val="F68B28"/>
      </a:accent4>
      <a:accent5>
        <a:srgbClr val="5F8AC7"/>
      </a:accent5>
      <a:accent6>
        <a:srgbClr val="F68D76"/>
      </a:accent6>
      <a:hlink>
        <a:srgbClr val="5F8AC7"/>
      </a:hlink>
      <a:folHlink>
        <a:srgbClr val="F15B40"/>
      </a:folHlink>
    </a:clrScheme>
    <a:fontScheme name="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Green-Medium">
      <a:srgbClr val="4CC0AD"/>
    </a:custClr>
    <a:custClr name="Green-MediumLight">
      <a:srgbClr val="AADCD7"/>
    </a:custClr>
    <a:custClr name="Green-Light">
      <a:srgbClr val="E6F5F0"/>
    </a:custClr>
    <a:custClr name="DeepYellow-Medium">
      <a:srgbClr val="FAA85F"/>
    </a:custClr>
    <a:custClr name="DeepYellow-MediumLight">
      <a:srgbClr val="FFDCB4"/>
    </a:custClr>
    <a:custClr name="DeepYellow-Light">
      <a:srgbClr val="FFF5E1"/>
    </a:custClr>
    <a:custClr name="SecondaryBlue-Medium">
      <a:srgbClr val="8CAAD7"/>
    </a:custClr>
    <a:custClr name="SecondaryBlue-MediumLight">
      <a:srgbClr val="BBC9E7"/>
    </a:custClr>
    <a:custClr name="SecondaryBlue-Light">
      <a:srgbClr val="E1E8F5"/>
    </a:custClr>
    <a:custClr name="SecondaryPeach-Medium">
      <a:srgbClr val="FAAF96"/>
    </a:custClr>
    <a:custClr name="SecondaryPeach-MediumLight">
      <a:srgbClr val="FBC9BC"/>
    </a:custClr>
    <a:custClr name="SecondaryPeach-Light">
      <a:srgbClr val="FFEBE6"/>
    </a:custClr>
    <a:custClr name="SecondaryPurple-Medium">
      <a:srgbClr val="B19ACA"/>
    </a:custClr>
    <a:custClr name="SecondaryPurple-MediumLight">
      <a:srgbClr val="C7BBDC"/>
    </a:custClr>
    <a:custClr name="SecondaryPurple-Light">
      <a:srgbClr val="F0E6F0"/>
    </a:custClr>
    <a:custClr name="SecondaryBrown-Medium">
      <a:srgbClr val="E4BE92"/>
    </a:custClr>
    <a:custClr name="SecondaryBrown-MediumLight">
      <a:srgbClr val="F0D6B4"/>
    </a:custClr>
    <a:custClr name="SecondaryBrown-Light">
      <a:srgbClr val="FFF5E6"/>
    </a:custClr>
    <a:custClr name="SecondaryGray-Medium">
      <a:srgbClr val="A0A1A2"/>
    </a:custClr>
    <a:custClr name="SecondaryGray-MediumLight">
      <a:srgbClr val="CDCDCD"/>
    </a:custClr>
    <a:custClr name="SecondaryGray-Light">
      <a:srgbClr val="EBEBEB"/>
    </a:custClr>
  </a:custClrLst>
  <a:extLst>
    <a:ext uri="{05A4C25C-085E-4340-85A3-A5531E510DB2}">
      <thm15:themeFamily xmlns:thm15="http://schemas.microsoft.com/office/thememl/2012/main" name="Coforge_2023_v3" id="{5EDCFB63-99E3-42E0-8EAA-58824C178C01}" vid="{1911C7C7-5A44-4A9F-97AD-D74106796935}"/>
    </a:ext>
  </a:extLst>
</a:theme>
</file>

<file path=ppt/theme/theme3.xml><?xml version="1.0" encoding="utf-8"?>
<a:theme xmlns:a="http://schemas.openxmlformats.org/drawingml/2006/main" name="1_LightTheme24">
  <a:themeElements>
    <a:clrScheme name="Coforge_color_2023">
      <a:dk1>
        <a:srgbClr val="505050"/>
      </a:dk1>
      <a:lt1>
        <a:sysClr val="window" lastClr="FFFFFF"/>
      </a:lt1>
      <a:dk2>
        <a:srgbClr val="141414"/>
      </a:dk2>
      <a:lt2>
        <a:srgbClr val="E7E6E6"/>
      </a:lt2>
      <a:accent1>
        <a:srgbClr val="082340"/>
      </a:accent1>
      <a:accent2>
        <a:srgbClr val="F15B40"/>
      </a:accent2>
      <a:accent3>
        <a:srgbClr val="00A792"/>
      </a:accent3>
      <a:accent4>
        <a:srgbClr val="F68B28"/>
      </a:accent4>
      <a:accent5>
        <a:srgbClr val="5F8AC7"/>
      </a:accent5>
      <a:accent6>
        <a:srgbClr val="F68D76"/>
      </a:accent6>
      <a:hlink>
        <a:srgbClr val="5F8AC7"/>
      </a:hlink>
      <a:folHlink>
        <a:srgbClr val="F15B40"/>
      </a:folHlink>
    </a:clrScheme>
    <a:fontScheme name="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Green-Medium">
      <a:srgbClr val="4CC0AD"/>
    </a:custClr>
    <a:custClr name="Green-MediumLight">
      <a:srgbClr val="AADCD7"/>
    </a:custClr>
    <a:custClr name="Green-Light">
      <a:srgbClr val="E6F5F0"/>
    </a:custClr>
    <a:custClr name="DeepYellow-Medium">
      <a:srgbClr val="FAA85F"/>
    </a:custClr>
    <a:custClr name="DeepYellow-MediumLight">
      <a:srgbClr val="FFDCB4"/>
    </a:custClr>
    <a:custClr name="DeepYellow-Light">
      <a:srgbClr val="FFF5E1"/>
    </a:custClr>
    <a:custClr name="SecondaryBlue-Medium">
      <a:srgbClr val="8CAAD7"/>
    </a:custClr>
    <a:custClr name="SecondaryBlue-MediumLight">
      <a:srgbClr val="BBC9E7"/>
    </a:custClr>
    <a:custClr name="SecondaryBlue-Light">
      <a:srgbClr val="E1E8F5"/>
    </a:custClr>
    <a:custClr name="SecondaryPeach-Medium">
      <a:srgbClr val="FAAF96"/>
    </a:custClr>
    <a:custClr name="SecondaryPeach-MediumLight">
      <a:srgbClr val="FBC9BC"/>
    </a:custClr>
    <a:custClr name="SecondaryPeach-Light">
      <a:srgbClr val="FFEBE6"/>
    </a:custClr>
    <a:custClr name="SecondaryPurple-Medium">
      <a:srgbClr val="B19ACA"/>
    </a:custClr>
    <a:custClr name="SecondaryPurple-MediumLight">
      <a:srgbClr val="C7BBDC"/>
    </a:custClr>
    <a:custClr name="SecondaryPurple-Light">
      <a:srgbClr val="F0E6F0"/>
    </a:custClr>
    <a:custClr name="SecondaryBrown-Medium">
      <a:srgbClr val="E4BE92"/>
    </a:custClr>
    <a:custClr name="SecondaryBrown-MediumLight">
      <a:srgbClr val="F0D6B4"/>
    </a:custClr>
    <a:custClr name="SecondaryBrown-Light">
      <a:srgbClr val="FFF5E6"/>
    </a:custClr>
    <a:custClr name="SecondaryGray-Medium">
      <a:srgbClr val="A0A1A2"/>
    </a:custClr>
    <a:custClr name="SecondaryGray-MediumLight">
      <a:srgbClr val="CDCDCD"/>
    </a:custClr>
    <a:custClr name="SecondaryGray-Light">
      <a:srgbClr val="EBEBEB"/>
    </a:custClr>
  </a:custClrLst>
  <a:extLst>
    <a:ext uri="{05A4C25C-085E-4340-85A3-A5531E510DB2}">
      <thm15:themeFamily xmlns:thm15="http://schemas.microsoft.com/office/thememl/2012/main" name="LightTheme24" id="{125E8937-FCC9-4942-B0F1-AD15D63AE55B}" vid="{A2788DFA-1787-4E0A-B829-769461522DA5}"/>
    </a:ext>
  </a:extLst>
</a:theme>
</file>

<file path=ppt/theme/theme4.xml><?xml version="1.0" encoding="utf-8"?>
<a:theme xmlns:a="http://schemas.openxmlformats.org/drawingml/2006/main" name="Light_theme">
  <a:themeElements>
    <a:clrScheme name="Coforge_color_2023">
      <a:dk1>
        <a:srgbClr val="505050"/>
      </a:dk1>
      <a:lt1>
        <a:sysClr val="window" lastClr="FFFFFF"/>
      </a:lt1>
      <a:dk2>
        <a:srgbClr val="141414"/>
      </a:dk2>
      <a:lt2>
        <a:srgbClr val="E7E6E6"/>
      </a:lt2>
      <a:accent1>
        <a:srgbClr val="082340"/>
      </a:accent1>
      <a:accent2>
        <a:srgbClr val="F15B40"/>
      </a:accent2>
      <a:accent3>
        <a:srgbClr val="00A792"/>
      </a:accent3>
      <a:accent4>
        <a:srgbClr val="F68B28"/>
      </a:accent4>
      <a:accent5>
        <a:srgbClr val="5F8AC7"/>
      </a:accent5>
      <a:accent6>
        <a:srgbClr val="F68D76"/>
      </a:accent6>
      <a:hlink>
        <a:srgbClr val="5F8AC7"/>
      </a:hlink>
      <a:folHlink>
        <a:srgbClr val="F15B40"/>
      </a:folHlink>
    </a:clrScheme>
    <a:fontScheme name="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Green-Medium">
      <a:srgbClr val="4CC0AD"/>
    </a:custClr>
    <a:custClr name="Green-MediumLight">
      <a:srgbClr val="AADCD7"/>
    </a:custClr>
    <a:custClr name="Green-Light">
      <a:srgbClr val="E6F5F0"/>
    </a:custClr>
    <a:custClr name="DeepYellow-Medium">
      <a:srgbClr val="FAA85F"/>
    </a:custClr>
    <a:custClr name="DeepYellow-MediumLight">
      <a:srgbClr val="FFDCB4"/>
    </a:custClr>
    <a:custClr name="DeepYellow-Light">
      <a:srgbClr val="FFF5E1"/>
    </a:custClr>
    <a:custClr name="SecondaryBlue-Medium">
      <a:srgbClr val="8CAAD7"/>
    </a:custClr>
    <a:custClr name="SecondaryBlue-MediumLight">
      <a:srgbClr val="BBC9E7"/>
    </a:custClr>
    <a:custClr name="SecondaryBlue-Light">
      <a:srgbClr val="E1E8F5"/>
    </a:custClr>
    <a:custClr name="SecondaryPeach-Medium">
      <a:srgbClr val="FAAF96"/>
    </a:custClr>
    <a:custClr name="SecondaryPeach-MediumLight">
      <a:srgbClr val="FBC9BC"/>
    </a:custClr>
    <a:custClr name="SecondaryPeach-Light">
      <a:srgbClr val="FFEBE6"/>
    </a:custClr>
    <a:custClr name="SecondaryPurple-Medium">
      <a:srgbClr val="B19ACA"/>
    </a:custClr>
    <a:custClr name="SecondaryPurple-MediumLight">
      <a:srgbClr val="C7BBDC"/>
    </a:custClr>
    <a:custClr name="SecondaryPurple-Light">
      <a:srgbClr val="F0E6F0"/>
    </a:custClr>
    <a:custClr name="SecondaryBrown-Medium">
      <a:srgbClr val="E4BE92"/>
    </a:custClr>
    <a:custClr name="SecondaryBrown-MediumLight">
      <a:srgbClr val="F0D6B4"/>
    </a:custClr>
    <a:custClr name="SecondaryBrown-Light">
      <a:srgbClr val="FFF5E6"/>
    </a:custClr>
    <a:custClr name="SecondaryGray-Medium">
      <a:srgbClr val="A0A1A2"/>
    </a:custClr>
    <a:custClr name="SecondaryGray-MediumLight">
      <a:srgbClr val="CDCDCD"/>
    </a:custClr>
    <a:custClr name="SecondaryGray-Light">
      <a:srgbClr val="EBEBEB"/>
    </a:custClr>
  </a:custClrLst>
  <a:extLst>
    <a:ext uri="{05A4C25C-085E-4340-85A3-A5531E510DB2}">
      <thm15:themeFamily xmlns:thm15="http://schemas.microsoft.com/office/thememl/2012/main" name="Coforge_2023_v3" id="{5EDCFB63-99E3-42E0-8EAA-58824C178C01}" vid="{1911C7C7-5A44-4A9F-97AD-D74106796935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820795E23E2B43AF801DB1972B39BF" ma:contentTypeVersion="7" ma:contentTypeDescription="Create a new document." ma:contentTypeScope="" ma:versionID="c7769fbebdd99c1422ebe250bac19ece">
  <xsd:schema xmlns:xsd="http://www.w3.org/2001/XMLSchema" xmlns:xs="http://www.w3.org/2001/XMLSchema" xmlns:p="http://schemas.microsoft.com/office/2006/metadata/properties" xmlns:ns2="dfcb50f3-ca8e-4c0b-91b1-d2d965446832" targetNamespace="http://schemas.microsoft.com/office/2006/metadata/properties" ma:root="true" ma:fieldsID="ff722024f399ee9dd7ea2123aaad61f7" ns2:_="">
    <xsd:import namespace="dfcb50f3-ca8e-4c0b-91b1-d2d9654468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b50f3-ca8e-4c0b-91b1-d2d9654468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603BEEB-C035-49C7-92C6-7073E9E403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cb50f3-ca8e-4c0b-91b1-d2d9654468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7E17E59-4D20-4651-AB8A-8127CDF6776E}">
  <ds:schemaRefs>
    <ds:schemaRef ds:uri="73305560-a9e8-4d0f-8427-ba7a843c4b19"/>
    <ds:schemaRef ds:uri="7e7f9838-8cef-4f54-96f8-01d2787c2f7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5719D1-59D9-4B9A-B699-EFF0F22DED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Coforge - Powerpoint Template</Template>
  <TotalTime>877</TotalTime>
  <Words>598</Words>
  <Application>Microsoft Office PowerPoint</Application>
  <PresentationFormat>Custom</PresentationFormat>
  <Paragraphs>135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Anek Devanagari</vt:lpstr>
      <vt:lpstr>Arial</vt:lpstr>
      <vt:lpstr>Calibri</vt:lpstr>
      <vt:lpstr>FontAwesome</vt:lpstr>
      <vt:lpstr>Roboto Condensed</vt:lpstr>
      <vt:lpstr>Roboto Medium</vt:lpstr>
      <vt:lpstr>Segoe UI</vt:lpstr>
      <vt:lpstr>Tahoma</vt:lpstr>
      <vt:lpstr>Wingdings</vt:lpstr>
      <vt:lpstr>Dark_theme</vt:lpstr>
      <vt:lpstr>Light_theme</vt:lpstr>
      <vt:lpstr>1_LightTheme24</vt:lpstr>
      <vt:lpstr>Light_theme</vt:lpstr>
      <vt:lpstr>AI Powered SQL Query Generator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Engage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TEST</dc:title>
  <dc:creator>Niranjan Saxena</dc:creator>
  <cp:lastModifiedBy>Rakesh Khanna</cp:lastModifiedBy>
  <cp:revision>64</cp:revision>
  <cp:lastPrinted>2018-06-28T10:51:56Z</cp:lastPrinted>
  <dcterms:created xsi:type="dcterms:W3CDTF">2018-06-04T11:08:06Z</dcterms:created>
  <dcterms:modified xsi:type="dcterms:W3CDTF">2026-06-30T06:04:19Z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2018-06-04T00:00:00Z</vt:filetime>
  </property>
  <property fmtid="{D5CDD505-2E9C-101B-9397-08002B2CF9AE}" pid="3" name="Creator">
    <vt:lpwstr>Adobe Illustrator CC 22.1 (Macintosh)</vt:lpwstr>
  </property>
  <property fmtid="{D5CDD505-2E9C-101B-9397-08002B2CF9AE}" pid="4" name="LastSaved">
    <vt:filetime>2018-06-04T00:00:00Z</vt:filetime>
  </property>
  <property fmtid="{D5CDD505-2E9C-101B-9397-08002B2CF9AE}" pid="5" name="ContentTypeId">
    <vt:lpwstr>0x010100B4820795E23E2B43AF801DB1972B39BF</vt:lpwstr>
  </property>
  <property fmtid="{D5CDD505-2E9C-101B-9397-08002B2CF9AE}" pid="6" name="Order">
    <vt:r8>52300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MediaServiceImageTags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  <property fmtid="{D5CDD505-2E9C-101B-9397-08002B2CF9AE}" pid="14" name="SharedWithUsers">
    <vt:lpwstr>102;#Bala Kalavala</vt:lpwstr>
  </property>
</Properties>
</file>