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263480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4023360" cy="4023360"/>
          </a:xfrm>
          <a:prstGeom prst="ellipse">
            <a:avLst/>
          </a:prstGeom>
          <a:solidFill>
            <a:srgbClr val="2634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EVALUATION PLATFORM  ·  BUILT ON RAGAS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9875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Answer That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Sounds Right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 about trusting what your AI tells customers — and catching it when it's wrong.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5212080"/>
            <a:ext cx="914400" cy="0"/>
          </a:xfrm>
          <a:prstGeom prst="line">
            <a:avLst/>
          </a:prstGeom>
          <a:noFill/>
          <a:ln w="25400">
            <a:solidFill>
              <a:srgbClr val="5A6B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349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Demo Walkthrough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ONE — 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never says “I don’t know.”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76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chatbot answers fast, and answers confidently. That's exactly what makes a wrong answer dangerous — it doesn't look wrong. It reads clean, on-topic, well-formatted. Exactly like a right answer.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5760720" cy="173736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416052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“Confidently wrong looks exactly like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confidently right.”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858000" y="1874520"/>
            <a:ext cx="4663440" cy="1737360"/>
          </a:xfrm>
          <a:prstGeom prst="roundRect">
            <a:avLst>
              <a:gd name="adj" fmla="val 6316"/>
            </a:avLst>
          </a:prstGeom>
          <a:solidFill>
            <a:srgbClr val="E4F4EC"/>
          </a:solidFill>
          <a:ln/>
        </p:spPr>
      </p:sp>
      <p:sp>
        <p:nvSpPr>
          <p:cNvPr id="8" name="Shape 6"/>
          <p:cNvSpPr/>
          <p:nvPr/>
        </p:nvSpPr>
        <p:spPr>
          <a:xfrm>
            <a:off x="7086600" y="2103120"/>
            <a:ext cx="457200" cy="45720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9" name="Text 7"/>
          <p:cNvSpPr/>
          <p:nvPr/>
        </p:nvSpPr>
        <p:spPr>
          <a:xfrm>
            <a:off x="708660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26680" y="208483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“Standard items can be returned within 30 days...”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086600" y="3154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confident. Is correct.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0" y="3794760"/>
            <a:ext cx="4663440" cy="1737360"/>
          </a:xfrm>
          <a:prstGeom prst="roundRect">
            <a:avLst>
              <a:gd name="adj" fmla="val 6316"/>
            </a:avLst>
          </a:prstGeom>
          <a:solidFill>
            <a:srgbClr val="FBEAE8"/>
          </a:solidFill>
          <a:ln/>
        </p:spPr>
      </p:sp>
      <p:sp>
        <p:nvSpPr>
          <p:cNvPr id="13" name="Shape 11"/>
          <p:cNvSpPr/>
          <p:nvPr/>
        </p:nvSpPr>
        <p:spPr>
          <a:xfrm>
            <a:off x="7086600" y="402336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708660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26680" y="400507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“Clearance items can be returned within 30 days too...”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086600" y="5074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just as confident. Is false.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ONE — THE OLD WAY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“Someone asks it 30 questions and says it looks right.”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questions, read by hand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scale past a handful of test cases before a release.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20116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286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3017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2–3 tired reviewers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63440" y="3611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Subjective, inconsistent, and skimmed at the end of a long day.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0116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2286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12480" y="3017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repeated after launch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12480" y="3611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regressions go unnoticed — until someone complains.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4709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person to catch a bad answer is usually the customer.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TWO — MEET THE PLATFORM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answer, scored</a:t>
            </a:r>
            <a:endParaRPr lang="en-US" sz="3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it reaches a customer.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person reading an answer and guessing, this platform scores every answer against four industry-standard metrics — automatically, in seconds, from one question to a full regression suite.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61772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26348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617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RAGAS — a peer-reviewed, open-source standard. Not a black box.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0" y="146304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263480"/>
          </a:solidFill>
          <a:ln/>
        </p:spPr>
      </p:sp>
      <p:sp>
        <p:nvSpPr>
          <p:cNvPr id="8" name="Shape 6"/>
          <p:cNvSpPr/>
          <p:nvPr/>
        </p:nvSpPr>
        <p:spPr>
          <a:xfrm>
            <a:off x="8458200" y="16916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845820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098280" y="16276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098280" y="199339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 your RAG API, or paste answers manually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0" y="301752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263480"/>
          </a:solidFill>
          <a:ln/>
        </p:spPr>
      </p:sp>
      <p:sp>
        <p:nvSpPr>
          <p:cNvPr id="13" name="Shape 11"/>
          <p:cNvSpPr/>
          <p:nvPr/>
        </p:nvSpPr>
        <p:spPr>
          <a:xfrm>
            <a:off x="8458200" y="32461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098280" y="31821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098280" y="354787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provider, save credentials once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0" y="457200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2634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458200" y="48006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8458200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098280" y="47365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98280" y="510235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one question or a full batch — get a scored report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TWO — THE SCORECARD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metrics. Plain-language questions.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2057400"/>
          </a:xfrm>
          <a:prstGeom prst="roundRect">
            <a:avLst>
              <a:gd name="adj" fmla="val 5333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67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222199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15468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actually answer what was asked?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965960"/>
            <a:ext cx="5257800" cy="2057400"/>
          </a:xfrm>
          <a:prstGeom prst="roundRect">
            <a:avLst>
              <a:gd name="adj" fmla="val 5333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267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60920" y="222199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Faithfulness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315468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grounded in real source data — or invented?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5257800" cy="2057400"/>
          </a:xfrm>
          <a:prstGeom prst="roundRect">
            <a:avLst>
              <a:gd name="adj" fmla="val 5333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617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599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828800" y="455371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60120" y="548640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retrieving the right material, without noise?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4297680"/>
            <a:ext cx="5257800" cy="2057400"/>
          </a:xfrm>
          <a:prstGeom prst="roundRect">
            <a:avLst>
              <a:gd name="adj" fmla="val 5333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617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599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360920" y="455371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92240" y="548640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finding everything it needs to answer fully?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THREE — THE CLEAN WIN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it's right, you'll know exactly why.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F4F7F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“What's your return window for a standard unopened item?”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BOT'S ANSWER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can return a standard, unused item within 30 days of delivery for a full refund, as long as it's in its original packaging.”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920240"/>
            <a:ext cx="1298448" cy="1737360"/>
          </a:xfrm>
          <a:prstGeom prst="roundRect">
            <a:avLst>
              <a:gd name="adj" fmla="val 7042"/>
            </a:avLst>
          </a:prstGeom>
          <a:solidFill>
            <a:srgbClr val="E4F4EC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202996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37960" y="2304288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537960" y="32918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818120" y="1920240"/>
            <a:ext cx="1298448" cy="1737360"/>
          </a:xfrm>
          <a:prstGeom prst="roundRect">
            <a:avLst>
              <a:gd name="adj" fmla="val 7042"/>
            </a:avLst>
          </a:prstGeom>
          <a:solidFill>
            <a:srgbClr val="E4F4EC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955280" y="202996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55280" y="2304288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955280" y="32918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235440" y="1920240"/>
            <a:ext cx="1298448" cy="1737360"/>
          </a:xfrm>
          <a:prstGeom prst="roundRect">
            <a:avLst>
              <a:gd name="adj" fmla="val 7042"/>
            </a:avLst>
          </a:prstGeom>
          <a:solidFill>
            <a:srgbClr val="E4F4EC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372600" y="202996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72600" y="2304288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372600" y="32918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652760" y="1920240"/>
            <a:ext cx="1298448" cy="1737360"/>
          </a:xfrm>
          <a:prstGeom prst="roundRect">
            <a:avLst>
              <a:gd name="adj" fmla="val 7042"/>
            </a:avLst>
          </a:prstGeom>
          <a:solidFill>
            <a:srgbClr val="E4F4EC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789920" y="202996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89920" y="2304288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0789920" y="32918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3886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across the board. Good — but not the interesting part yet.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FOUR — THE CATCH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Confidently wrong. And now, caught.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FBEAE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bought a clearance jacket — can I return it within 30 days like everything else?”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BOT'S ANSWER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“Yes, clearance items can be returned within 30 days for a full refund, just like standard items.”  ―  Actually false: clearance is final sale.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920240"/>
            <a:ext cx="1298448" cy="1737360"/>
          </a:xfrm>
          <a:prstGeom prst="roundRect">
            <a:avLst>
              <a:gd name="adj" fmla="val 7042"/>
            </a:avLst>
          </a:prstGeom>
          <a:solidFill>
            <a:srgbClr val="E4F4EC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202996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37960" y="2304288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537960" y="32918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818120" y="1920240"/>
            <a:ext cx="1298448" cy="1737360"/>
          </a:xfrm>
          <a:prstGeom prst="roundRect">
            <a:avLst>
              <a:gd name="adj" fmla="val 7042"/>
            </a:avLst>
          </a:prstGeom>
          <a:solidFill>
            <a:srgbClr val="FBEAE8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955280" y="202996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55280" y="2304288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955280" y="32918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235440" y="1920240"/>
            <a:ext cx="1298448" cy="1737360"/>
          </a:xfrm>
          <a:prstGeom prst="roundRect">
            <a:avLst>
              <a:gd name="adj" fmla="val 7042"/>
            </a:avLst>
          </a:prstGeom>
          <a:solidFill>
            <a:srgbClr val="E4F4EC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372600" y="202996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72600" y="2304288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372600" y="32918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652760" y="1920240"/>
            <a:ext cx="1298448" cy="1737360"/>
          </a:xfrm>
          <a:prstGeom prst="roundRect">
            <a:avLst>
              <a:gd name="adj" fmla="val 7042"/>
            </a:avLst>
          </a:prstGeom>
          <a:solidFill>
            <a:srgbClr val="E4F4EC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789920" y="202996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89920" y="2304288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0789920" y="32918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3886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Relevancy and retrieval are fine. Faithfulness collapses — the answer contradicts its own source.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FOUR — NOT JUST A RED FLAG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tells you where to look next.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was healthy — the right paragraph was there. But the generated answer wasn't grounded in it. So the diagnosis narrows to two places.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26348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9718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F8A5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the right paragraph, no noise.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269748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263480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29718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2C744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here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63440" y="35204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41148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retrieved text was handed into the prompt.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269748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263480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29718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2C744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here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0" y="35204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12480" y="41148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used it once it got there.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hover tooltip shows the judge model's own reasoning for the score — every time.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FIVE — FROM ONE QUESTION TO ALL OF THEM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click. Unattended. At scale.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200400" cy="1600200"/>
          </a:xfrm>
          <a:prstGeom prst="roundRect">
            <a:avLst>
              <a:gd name="adj" fmla="val 6857"/>
            </a:avLst>
          </a:prstGeom>
          <a:solidFill>
            <a:srgbClr val="FBEAE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84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afternoon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read 24 cases carefully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23360" y="1920240"/>
            <a:ext cx="3200400" cy="1600200"/>
          </a:xfrm>
          <a:prstGeom prst="roundRect">
            <a:avLst>
              <a:gd name="adj" fmla="val 6857"/>
            </a:avLst>
          </a:prstGeom>
          <a:solidFill>
            <a:srgbClr val="E4F4EC"/>
          </a:solidFill>
          <a:ln/>
        </p:spPr>
      </p:sp>
      <p:sp>
        <p:nvSpPr>
          <p:cNvPr id="9" name="Text 7"/>
          <p:cNvSpPr/>
          <p:nvPr/>
        </p:nvSpPr>
        <p:spPr>
          <a:xfrm>
            <a:off x="4251960" y="2084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PLATFORM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51960" y="2377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click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25196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unattended in the background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49808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AVERAGE — 24 TEST CASES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98080" y="228600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4F7FD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0" y="22860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Relevancy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784080" y="22860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  EXCELLENT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0" y="294436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4F7FD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0" y="294436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784080" y="294436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  GOOD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98080" y="3602736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4F7FD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0" y="360273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784080" y="360273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  GOOD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98080" y="4261104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4F7FD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0" y="426110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Recall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784080" y="426110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  GOOD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977640"/>
            <a:ext cx="6675120" cy="1691640"/>
          </a:xfrm>
          <a:prstGeom prst="roundRect">
            <a:avLst>
              <a:gd name="adj" fmla="val 6486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16052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FOCUS ACROSS THIS BATCH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4400" y="448056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+ Generation — 3 of 24 cases share the exact fingerprint of the clearance question. Retrieval — 2 of 24 point at knowledge-base gaps instead.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SIX — THE PAPER TRAIL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Evidence, not a screenshot that gets lost.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Shareable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— single and batch — in one report: input, answer, contexts, all four scores, timestamped.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01168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286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3017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Sign-off ready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52044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it to whoever approves a release. It stays around as a record.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01168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2286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12480" y="3017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Accumulates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0" y="352044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runs and CI test-suite runs land in the same place — trend quality across releases, not just once.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SEVEN — 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roadmap:</a:t>
            </a:r>
            <a:endParaRPr lang="en-US" sz="3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Generator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667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someone still has to hand-write the test questions and correct answers before evaluation can run. Query Generator reads a knowledge base directly and generates that test set automatically — so even that manual step goes away.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0" y="146304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263480"/>
          </a:solidFill>
          <a:ln/>
        </p:spPr>
      </p:sp>
      <p:sp>
        <p:nvSpPr>
          <p:cNvPr id="6" name="Text 4"/>
          <p:cNvSpPr/>
          <p:nvPr/>
        </p:nvSpPr>
        <p:spPr>
          <a:xfrm>
            <a:off x="8138160" y="1691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138160" y="19659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Someone writes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cases by hand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46920" y="2926080"/>
            <a:ext cx="0" cy="502920"/>
          </a:xfrm>
          <a:prstGeom prst="line">
            <a:avLst/>
          </a:prstGeom>
          <a:noFill/>
          <a:ln w="25400">
            <a:solidFill>
              <a:srgbClr val="8FA3E8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8138160" y="3520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C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138160" y="3794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generates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them from your content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EIGHT — THE CLOSE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it in twenty seconds. Before launch.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7F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574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scored automatically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96596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7FD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0574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17720" y="2880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 — RAGAS, not a black box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96596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7FD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20574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66760" y="2880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afternoons, to check a full batch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10881360" cy="1874520"/>
          </a:xfrm>
          <a:prstGeom prst="roundRect">
            <a:avLst>
              <a:gd name="adj" fmla="val 585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023360"/>
            <a:ext cx="10241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isn't whether this works — it's whether a team wants to find its next “clearance jacket” problem in twenty seconds, before launch, or the way most teams still do: after a customer already has.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26348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Evaluation Platform  ·  Built on RAGAS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2026-08-02T08:36:08Z</dcterms:created>
  <dcterms:modified xsi:type="dcterms:W3CDTF">2026-08-02T08:36:08Z</dcterms:modified>
</cp:coreProperties>
</file>